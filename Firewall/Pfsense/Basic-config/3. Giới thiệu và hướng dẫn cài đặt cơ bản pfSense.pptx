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handoutMasterIdLst>
    <p:handoutMasterId r:id="rId36"/>
  </p:handoutMasterIdLst>
  <p:sldIdLst>
    <p:sldId id="261" r:id="rId2"/>
    <p:sldId id="348" r:id="rId3"/>
    <p:sldId id="257" r:id="rId4"/>
    <p:sldId id="344" r:id="rId5"/>
    <p:sldId id="345" r:id="rId6"/>
    <p:sldId id="346" r:id="rId7"/>
    <p:sldId id="350" r:id="rId8"/>
    <p:sldId id="349" r:id="rId9"/>
    <p:sldId id="347" r:id="rId10"/>
    <p:sldId id="351" r:id="rId11"/>
    <p:sldId id="352" r:id="rId12"/>
    <p:sldId id="353" r:id="rId13"/>
    <p:sldId id="354" r:id="rId14"/>
    <p:sldId id="358" r:id="rId15"/>
    <p:sldId id="357" r:id="rId16"/>
    <p:sldId id="355" r:id="rId17"/>
    <p:sldId id="356" r:id="rId18"/>
    <p:sldId id="359" r:id="rId19"/>
    <p:sldId id="360" r:id="rId20"/>
    <p:sldId id="361" r:id="rId21"/>
    <p:sldId id="362" r:id="rId22"/>
    <p:sldId id="363" r:id="rId23"/>
    <p:sldId id="364" r:id="rId24"/>
    <p:sldId id="365" r:id="rId25"/>
    <p:sldId id="366" r:id="rId26"/>
    <p:sldId id="367" r:id="rId27"/>
    <p:sldId id="368" r:id="rId28"/>
    <p:sldId id="369" r:id="rId29"/>
    <p:sldId id="370" r:id="rId30"/>
    <p:sldId id="371" r:id="rId31"/>
    <p:sldId id="372" r:id="rId32"/>
    <p:sldId id="373" r:id="rId33"/>
    <p:sldId id="270"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FC3291-90FC-4912-A4EE-79212CF75B51}" v="13" dt="2025-02-28T07:34:55.745"/>
  </p1510:revLst>
</p1510:revInfo>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706" autoAdjust="0"/>
  </p:normalViewPr>
  <p:slideViewPr>
    <p:cSldViewPr snapToGrid="0">
      <p:cViewPr varScale="1">
        <p:scale>
          <a:sx n="95" d="100"/>
          <a:sy n="95" d="100"/>
        </p:scale>
        <p:origin x="206" y="72"/>
      </p:cViewPr>
      <p:guideLst>
        <p:guide pos="3840"/>
        <p:guide orient="horz" pos="216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2" d="100"/>
          <a:sy n="82" d="100"/>
        </p:scale>
        <p:origin x="3852" y="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en Van Binh" userId="0723e927-8a1a-4aee-aedf-3e87600d6929" providerId="ADAL" clId="{23FC3291-90FC-4912-A4EE-79212CF75B51}"/>
    <pc:docChg chg="undo custSel addSld delSld modSld sldOrd">
      <pc:chgData name="Nguyen Van Binh" userId="0723e927-8a1a-4aee-aedf-3e87600d6929" providerId="ADAL" clId="{23FC3291-90FC-4912-A4EE-79212CF75B51}" dt="2025-02-28T07:36:26.151" v="5965" actId="47"/>
      <pc:docMkLst>
        <pc:docMk/>
      </pc:docMkLst>
      <pc:sldChg chg="modSp mod">
        <pc:chgData name="Nguyen Van Binh" userId="0723e927-8a1a-4aee-aedf-3e87600d6929" providerId="ADAL" clId="{23FC3291-90FC-4912-A4EE-79212CF75B51}" dt="2025-02-26T02:10:24.815" v="7" actId="20577"/>
        <pc:sldMkLst>
          <pc:docMk/>
          <pc:sldMk cId="2057048334" sldId="349"/>
        </pc:sldMkLst>
        <pc:spChg chg="mod">
          <ac:chgData name="Nguyen Van Binh" userId="0723e927-8a1a-4aee-aedf-3e87600d6929" providerId="ADAL" clId="{23FC3291-90FC-4912-A4EE-79212CF75B51}" dt="2025-02-26T02:10:24.815" v="7" actId="20577"/>
          <ac:spMkLst>
            <pc:docMk/>
            <pc:sldMk cId="2057048334" sldId="349"/>
            <ac:spMk id="4" creationId="{AA4A8FFD-6FFC-52BA-7776-E1CB1061163E}"/>
          </ac:spMkLst>
        </pc:spChg>
      </pc:sldChg>
      <pc:sldChg chg="del">
        <pc:chgData name="Nguyen Van Binh" userId="0723e927-8a1a-4aee-aedf-3e87600d6929" providerId="ADAL" clId="{23FC3291-90FC-4912-A4EE-79212CF75B51}" dt="2025-02-26T02:10:38.473" v="8" actId="2696"/>
        <pc:sldMkLst>
          <pc:docMk/>
          <pc:sldMk cId="1244045765" sldId="355"/>
        </pc:sldMkLst>
      </pc:sldChg>
      <pc:sldChg chg="modSp add mod">
        <pc:chgData name="Nguyen Van Binh" userId="0723e927-8a1a-4aee-aedf-3e87600d6929" providerId="ADAL" clId="{23FC3291-90FC-4912-A4EE-79212CF75B51}" dt="2025-02-26T02:11:30.214" v="54" actId="20577"/>
        <pc:sldMkLst>
          <pc:docMk/>
          <pc:sldMk cId="3242696649" sldId="355"/>
        </pc:sldMkLst>
        <pc:spChg chg="mod">
          <ac:chgData name="Nguyen Van Binh" userId="0723e927-8a1a-4aee-aedf-3e87600d6929" providerId="ADAL" clId="{23FC3291-90FC-4912-A4EE-79212CF75B51}" dt="2025-02-26T02:11:30.214" v="54" actId="20577"/>
          <ac:spMkLst>
            <pc:docMk/>
            <pc:sldMk cId="3242696649" sldId="355"/>
            <ac:spMk id="4" creationId="{E0BD601C-FBDF-5D92-430F-784263BC08B8}"/>
          </ac:spMkLst>
        </pc:spChg>
      </pc:sldChg>
      <pc:sldChg chg="addSp delSp modSp add mod">
        <pc:chgData name="Nguyen Van Binh" userId="0723e927-8a1a-4aee-aedf-3e87600d6929" providerId="ADAL" clId="{23FC3291-90FC-4912-A4EE-79212CF75B51}" dt="2025-02-28T07:33:08.865" v="5935" actId="208"/>
        <pc:sldMkLst>
          <pc:docMk/>
          <pc:sldMk cId="2269407369" sldId="356"/>
        </pc:sldMkLst>
        <pc:spChg chg="mod">
          <ac:chgData name="Nguyen Van Binh" userId="0723e927-8a1a-4aee-aedf-3e87600d6929" providerId="ADAL" clId="{23FC3291-90FC-4912-A4EE-79212CF75B51}" dt="2025-02-26T02:14:25.922" v="83" actId="20577"/>
          <ac:spMkLst>
            <pc:docMk/>
            <pc:sldMk cId="2269407369" sldId="356"/>
            <ac:spMk id="2" creationId="{F53F98D3-2BFA-B132-EA6B-E214B7335AF4}"/>
          </ac:spMkLst>
        </pc:spChg>
        <pc:spChg chg="mod">
          <ac:chgData name="Nguyen Van Binh" userId="0723e927-8a1a-4aee-aedf-3e87600d6929" providerId="ADAL" clId="{23FC3291-90FC-4912-A4EE-79212CF75B51}" dt="2025-02-26T02:43:03.656" v="1690" actId="207"/>
          <ac:spMkLst>
            <pc:docMk/>
            <pc:sldMk cId="2269407369" sldId="356"/>
            <ac:spMk id="3" creationId="{E2450046-7732-9881-72F6-F7E51678E01E}"/>
          </ac:spMkLst>
        </pc:spChg>
        <pc:picChg chg="add mod">
          <ac:chgData name="Nguyen Van Binh" userId="0723e927-8a1a-4aee-aedf-3e87600d6929" providerId="ADAL" clId="{23FC3291-90FC-4912-A4EE-79212CF75B51}" dt="2025-02-28T07:33:08.865" v="5935" actId="208"/>
          <ac:picMkLst>
            <pc:docMk/>
            <pc:sldMk cId="2269407369" sldId="356"/>
            <ac:picMk id="5" creationId="{01778A2B-A9A5-09D5-389E-C7104052139A}"/>
          </ac:picMkLst>
        </pc:picChg>
        <pc:picChg chg="add mod">
          <ac:chgData name="Nguyen Van Binh" userId="0723e927-8a1a-4aee-aedf-3e87600d6929" providerId="ADAL" clId="{23FC3291-90FC-4912-A4EE-79212CF75B51}" dt="2025-02-28T07:33:08.865" v="5935" actId="208"/>
          <ac:picMkLst>
            <pc:docMk/>
            <pc:sldMk cId="2269407369" sldId="356"/>
            <ac:picMk id="7" creationId="{EEF8B448-0B0F-3DEB-1D3D-EE4FF28491A3}"/>
          </ac:picMkLst>
        </pc:picChg>
        <pc:picChg chg="add mod modCrop">
          <ac:chgData name="Nguyen Van Binh" userId="0723e927-8a1a-4aee-aedf-3e87600d6929" providerId="ADAL" clId="{23FC3291-90FC-4912-A4EE-79212CF75B51}" dt="2025-02-28T07:33:08.865" v="5935" actId="208"/>
          <ac:picMkLst>
            <pc:docMk/>
            <pc:sldMk cId="2269407369" sldId="356"/>
            <ac:picMk id="9" creationId="{D574E2DB-B1C6-ABEE-F6AD-E78BD09B53E0}"/>
          </ac:picMkLst>
        </pc:picChg>
        <pc:picChg chg="add mod">
          <ac:chgData name="Nguyen Van Binh" userId="0723e927-8a1a-4aee-aedf-3e87600d6929" providerId="ADAL" clId="{23FC3291-90FC-4912-A4EE-79212CF75B51}" dt="2025-02-28T07:33:08.865" v="5935" actId="208"/>
          <ac:picMkLst>
            <pc:docMk/>
            <pc:sldMk cId="2269407369" sldId="356"/>
            <ac:picMk id="11" creationId="{2252B0FA-0377-03CB-9F59-C4CE234C3C00}"/>
          </ac:picMkLst>
        </pc:picChg>
        <pc:picChg chg="add mod">
          <ac:chgData name="Nguyen Van Binh" userId="0723e927-8a1a-4aee-aedf-3e87600d6929" providerId="ADAL" clId="{23FC3291-90FC-4912-A4EE-79212CF75B51}" dt="2025-02-28T07:33:08.865" v="5935" actId="208"/>
          <ac:picMkLst>
            <pc:docMk/>
            <pc:sldMk cId="2269407369" sldId="356"/>
            <ac:picMk id="13" creationId="{6DC8C2FB-9CDB-20F5-7870-673CD39B3125}"/>
          </ac:picMkLst>
        </pc:picChg>
        <pc:picChg chg="add mod">
          <ac:chgData name="Nguyen Van Binh" userId="0723e927-8a1a-4aee-aedf-3e87600d6929" providerId="ADAL" clId="{23FC3291-90FC-4912-A4EE-79212CF75B51}" dt="2025-02-28T07:33:08.865" v="5935" actId="208"/>
          <ac:picMkLst>
            <pc:docMk/>
            <pc:sldMk cId="2269407369" sldId="356"/>
            <ac:picMk id="17" creationId="{4DA901F7-DCD5-120B-F43F-605A20F074E0}"/>
          </ac:picMkLst>
        </pc:picChg>
      </pc:sldChg>
      <pc:sldChg chg="addSp delSp modSp add mod ord">
        <pc:chgData name="Nguyen Van Binh" userId="0723e927-8a1a-4aee-aedf-3e87600d6929" providerId="ADAL" clId="{23FC3291-90FC-4912-A4EE-79212CF75B51}" dt="2025-02-28T07:33:02.759" v="5934" actId="208"/>
        <pc:sldMkLst>
          <pc:docMk/>
          <pc:sldMk cId="2174731259" sldId="357"/>
        </pc:sldMkLst>
        <pc:spChg chg="mod">
          <ac:chgData name="Nguyen Van Binh" userId="0723e927-8a1a-4aee-aedf-3e87600d6929" providerId="ADAL" clId="{23FC3291-90FC-4912-A4EE-79212CF75B51}" dt="2025-02-26T02:32:02.322" v="888" actId="20577"/>
          <ac:spMkLst>
            <pc:docMk/>
            <pc:sldMk cId="2174731259" sldId="357"/>
            <ac:spMk id="2" creationId="{2097B411-F151-AAF1-2661-86C7930662E1}"/>
          </ac:spMkLst>
        </pc:spChg>
        <pc:spChg chg="mod">
          <ac:chgData name="Nguyen Van Binh" userId="0723e927-8a1a-4aee-aedf-3e87600d6929" providerId="ADAL" clId="{23FC3291-90FC-4912-A4EE-79212CF75B51}" dt="2025-02-26T02:35:38.279" v="1118" actId="207"/>
          <ac:spMkLst>
            <pc:docMk/>
            <pc:sldMk cId="2174731259" sldId="357"/>
            <ac:spMk id="3" creationId="{38E33350-FC3D-30F4-422E-2119894B26F8}"/>
          </ac:spMkLst>
        </pc:spChg>
        <pc:picChg chg="add mod">
          <ac:chgData name="Nguyen Van Binh" userId="0723e927-8a1a-4aee-aedf-3e87600d6929" providerId="ADAL" clId="{23FC3291-90FC-4912-A4EE-79212CF75B51}" dt="2025-02-28T07:33:02.759" v="5934" actId="208"/>
          <ac:picMkLst>
            <pc:docMk/>
            <pc:sldMk cId="2174731259" sldId="357"/>
            <ac:picMk id="15" creationId="{7424B2AB-1496-738B-3FAE-43F366EAA9EA}"/>
          </ac:picMkLst>
        </pc:picChg>
      </pc:sldChg>
      <pc:sldChg chg="modSp add mod">
        <pc:chgData name="Nguyen Van Binh" userId="0723e927-8a1a-4aee-aedf-3e87600d6929" providerId="ADAL" clId="{23FC3291-90FC-4912-A4EE-79212CF75B51}" dt="2025-02-26T02:26:32.768" v="844" actId="6549"/>
        <pc:sldMkLst>
          <pc:docMk/>
          <pc:sldMk cId="2497949982" sldId="358"/>
        </pc:sldMkLst>
        <pc:spChg chg="mod">
          <ac:chgData name="Nguyen Van Binh" userId="0723e927-8a1a-4aee-aedf-3e87600d6929" providerId="ADAL" clId="{23FC3291-90FC-4912-A4EE-79212CF75B51}" dt="2025-02-26T02:26:32.768" v="844" actId="6549"/>
          <ac:spMkLst>
            <pc:docMk/>
            <pc:sldMk cId="2497949982" sldId="358"/>
            <ac:spMk id="3" creationId="{1DDB1B73-A7FA-FAFF-7EED-1CF2773E59AD}"/>
          </ac:spMkLst>
        </pc:spChg>
      </pc:sldChg>
      <pc:sldChg chg="addSp delSp modSp add mod">
        <pc:chgData name="Nguyen Van Binh" userId="0723e927-8a1a-4aee-aedf-3e87600d6929" providerId="ADAL" clId="{23FC3291-90FC-4912-A4EE-79212CF75B51}" dt="2025-02-28T07:33:12.064" v="5936" actId="208"/>
        <pc:sldMkLst>
          <pc:docMk/>
          <pc:sldMk cId="319574852" sldId="359"/>
        </pc:sldMkLst>
        <pc:spChg chg="mod">
          <ac:chgData name="Nguyen Van Binh" userId="0723e927-8a1a-4aee-aedf-3e87600d6929" providerId="ADAL" clId="{23FC3291-90FC-4912-A4EE-79212CF75B51}" dt="2025-02-26T02:45:15.635" v="1773" actId="20577"/>
          <ac:spMkLst>
            <pc:docMk/>
            <pc:sldMk cId="319574852" sldId="359"/>
            <ac:spMk id="2" creationId="{955A90E7-B6B7-F1B5-2072-D0F19AA04EE1}"/>
          </ac:spMkLst>
        </pc:spChg>
        <pc:spChg chg="mod">
          <ac:chgData name="Nguyen Van Binh" userId="0723e927-8a1a-4aee-aedf-3e87600d6929" providerId="ADAL" clId="{23FC3291-90FC-4912-A4EE-79212CF75B51}" dt="2025-02-26T02:49:00.559" v="2093" actId="1076"/>
          <ac:spMkLst>
            <pc:docMk/>
            <pc:sldMk cId="319574852" sldId="359"/>
            <ac:spMk id="3" creationId="{9DCF6A63-4877-2E95-60A5-9EF348F4951D}"/>
          </ac:spMkLst>
        </pc:spChg>
        <pc:picChg chg="add mod">
          <ac:chgData name="Nguyen Van Binh" userId="0723e927-8a1a-4aee-aedf-3e87600d6929" providerId="ADAL" clId="{23FC3291-90FC-4912-A4EE-79212CF75B51}" dt="2025-02-28T07:33:12.064" v="5936" actId="208"/>
          <ac:picMkLst>
            <pc:docMk/>
            <pc:sldMk cId="319574852" sldId="359"/>
            <ac:picMk id="6" creationId="{5F9CC035-C391-7ADA-9275-3FA112BF9837}"/>
          </ac:picMkLst>
        </pc:picChg>
        <pc:picChg chg="add mod">
          <ac:chgData name="Nguyen Van Binh" userId="0723e927-8a1a-4aee-aedf-3e87600d6929" providerId="ADAL" clId="{23FC3291-90FC-4912-A4EE-79212CF75B51}" dt="2025-02-28T07:33:12.064" v="5936" actId="208"/>
          <ac:picMkLst>
            <pc:docMk/>
            <pc:sldMk cId="319574852" sldId="359"/>
            <ac:picMk id="10" creationId="{AFA10C1B-7D13-436A-526A-E2FC7E006103}"/>
          </ac:picMkLst>
        </pc:picChg>
      </pc:sldChg>
      <pc:sldChg chg="addSp modSp add mod">
        <pc:chgData name="Nguyen Van Binh" userId="0723e927-8a1a-4aee-aedf-3e87600d6929" providerId="ADAL" clId="{23FC3291-90FC-4912-A4EE-79212CF75B51}" dt="2025-02-28T07:33:18.379" v="5938" actId="1076"/>
        <pc:sldMkLst>
          <pc:docMk/>
          <pc:sldMk cId="119852906" sldId="360"/>
        </pc:sldMkLst>
        <pc:spChg chg="mod">
          <ac:chgData name="Nguyen Van Binh" userId="0723e927-8a1a-4aee-aedf-3e87600d6929" providerId="ADAL" clId="{23FC3291-90FC-4912-A4EE-79212CF75B51}" dt="2025-02-26T02:53:47.692" v="2100" actId="20577"/>
          <ac:spMkLst>
            <pc:docMk/>
            <pc:sldMk cId="119852906" sldId="360"/>
            <ac:spMk id="3" creationId="{F5DEBF00-34D2-04F3-EE9C-DC634880C07B}"/>
          </ac:spMkLst>
        </pc:spChg>
        <pc:picChg chg="add mod">
          <ac:chgData name="Nguyen Van Binh" userId="0723e927-8a1a-4aee-aedf-3e87600d6929" providerId="ADAL" clId="{23FC3291-90FC-4912-A4EE-79212CF75B51}" dt="2025-02-28T07:33:18.379" v="5938" actId="1076"/>
          <ac:picMkLst>
            <pc:docMk/>
            <pc:sldMk cId="119852906" sldId="360"/>
            <ac:picMk id="5" creationId="{20659DC8-6BA0-0A0C-D242-22D3DAEA5C93}"/>
          </ac:picMkLst>
        </pc:picChg>
        <pc:picChg chg="add mod">
          <ac:chgData name="Nguyen Van Binh" userId="0723e927-8a1a-4aee-aedf-3e87600d6929" providerId="ADAL" clId="{23FC3291-90FC-4912-A4EE-79212CF75B51}" dt="2025-02-28T07:33:18.379" v="5938" actId="1076"/>
          <ac:picMkLst>
            <pc:docMk/>
            <pc:sldMk cId="119852906" sldId="360"/>
            <ac:picMk id="7" creationId="{974EABBE-3925-F0B0-72FA-F74712DE32D0}"/>
          </ac:picMkLst>
        </pc:picChg>
        <pc:picChg chg="add mod">
          <ac:chgData name="Nguyen Van Binh" userId="0723e927-8a1a-4aee-aedf-3e87600d6929" providerId="ADAL" clId="{23FC3291-90FC-4912-A4EE-79212CF75B51}" dt="2025-02-28T07:33:18.379" v="5938" actId="1076"/>
          <ac:picMkLst>
            <pc:docMk/>
            <pc:sldMk cId="119852906" sldId="360"/>
            <ac:picMk id="9" creationId="{7DE6F9AE-C272-A170-C3CE-5735CC9F4ADE}"/>
          </ac:picMkLst>
        </pc:picChg>
      </pc:sldChg>
      <pc:sldChg chg="addSp delSp modSp add mod">
        <pc:chgData name="Nguyen Van Binh" userId="0723e927-8a1a-4aee-aedf-3e87600d6929" providerId="ADAL" clId="{23FC3291-90FC-4912-A4EE-79212CF75B51}" dt="2025-02-28T07:33:22.640" v="5939" actId="208"/>
        <pc:sldMkLst>
          <pc:docMk/>
          <pc:sldMk cId="4268110384" sldId="361"/>
        </pc:sldMkLst>
        <pc:spChg chg="mod">
          <ac:chgData name="Nguyen Van Binh" userId="0723e927-8a1a-4aee-aedf-3e87600d6929" providerId="ADAL" clId="{23FC3291-90FC-4912-A4EE-79212CF75B51}" dt="2025-02-26T02:56:46.313" v="2145" actId="20577"/>
          <ac:spMkLst>
            <pc:docMk/>
            <pc:sldMk cId="4268110384" sldId="361"/>
            <ac:spMk id="2" creationId="{58D59E42-43FB-5492-665D-998E7CB8D295}"/>
          </ac:spMkLst>
        </pc:spChg>
        <pc:spChg chg="mod">
          <ac:chgData name="Nguyen Van Binh" userId="0723e927-8a1a-4aee-aedf-3e87600d6929" providerId="ADAL" clId="{23FC3291-90FC-4912-A4EE-79212CF75B51}" dt="2025-02-26T03:01:29.395" v="2283" actId="20577"/>
          <ac:spMkLst>
            <pc:docMk/>
            <pc:sldMk cId="4268110384" sldId="361"/>
            <ac:spMk id="3" creationId="{B8F9BBFA-1E3A-0AAA-7AE7-0023D79821D3}"/>
          </ac:spMkLst>
        </pc:spChg>
        <pc:picChg chg="add mod">
          <ac:chgData name="Nguyen Van Binh" userId="0723e927-8a1a-4aee-aedf-3e87600d6929" providerId="ADAL" clId="{23FC3291-90FC-4912-A4EE-79212CF75B51}" dt="2025-02-28T07:33:22.640" v="5939" actId="208"/>
          <ac:picMkLst>
            <pc:docMk/>
            <pc:sldMk cId="4268110384" sldId="361"/>
            <ac:picMk id="6" creationId="{3A0C1942-A1B8-EE15-132A-9C289C51A660}"/>
          </ac:picMkLst>
        </pc:picChg>
        <pc:picChg chg="add mod">
          <ac:chgData name="Nguyen Van Binh" userId="0723e927-8a1a-4aee-aedf-3e87600d6929" providerId="ADAL" clId="{23FC3291-90FC-4912-A4EE-79212CF75B51}" dt="2025-02-28T07:33:22.640" v="5939" actId="208"/>
          <ac:picMkLst>
            <pc:docMk/>
            <pc:sldMk cId="4268110384" sldId="361"/>
            <ac:picMk id="10" creationId="{63A1BEFB-8536-DF77-8354-08B3AB7BAEEB}"/>
          </ac:picMkLst>
        </pc:picChg>
        <pc:picChg chg="add mod">
          <ac:chgData name="Nguyen Van Binh" userId="0723e927-8a1a-4aee-aedf-3e87600d6929" providerId="ADAL" clId="{23FC3291-90FC-4912-A4EE-79212CF75B51}" dt="2025-02-28T07:33:22.640" v="5939" actId="208"/>
          <ac:picMkLst>
            <pc:docMk/>
            <pc:sldMk cId="4268110384" sldId="361"/>
            <ac:picMk id="12" creationId="{B03F0A8C-A709-CE7E-EEBE-69995E2C30B6}"/>
          </ac:picMkLst>
        </pc:picChg>
      </pc:sldChg>
      <pc:sldChg chg="addSp delSp modSp add mod">
        <pc:chgData name="Nguyen Van Binh" userId="0723e927-8a1a-4aee-aedf-3e87600d6929" providerId="ADAL" clId="{23FC3291-90FC-4912-A4EE-79212CF75B51}" dt="2025-02-28T07:33:27.466" v="5940" actId="208"/>
        <pc:sldMkLst>
          <pc:docMk/>
          <pc:sldMk cId="3716503257" sldId="362"/>
        </pc:sldMkLst>
        <pc:spChg chg="mod">
          <ac:chgData name="Nguyen Van Binh" userId="0723e927-8a1a-4aee-aedf-3e87600d6929" providerId="ADAL" clId="{23FC3291-90FC-4912-A4EE-79212CF75B51}" dt="2025-02-26T03:01:41.306" v="2289" actId="20577"/>
          <ac:spMkLst>
            <pc:docMk/>
            <pc:sldMk cId="3716503257" sldId="362"/>
            <ac:spMk id="2" creationId="{A259F55D-99BF-F51D-BA60-82088A96F31D}"/>
          </ac:spMkLst>
        </pc:spChg>
        <pc:picChg chg="add mod">
          <ac:chgData name="Nguyen Van Binh" userId="0723e927-8a1a-4aee-aedf-3e87600d6929" providerId="ADAL" clId="{23FC3291-90FC-4912-A4EE-79212CF75B51}" dt="2025-02-28T07:33:27.466" v="5940" actId="208"/>
          <ac:picMkLst>
            <pc:docMk/>
            <pc:sldMk cId="3716503257" sldId="362"/>
            <ac:picMk id="5" creationId="{2F0691C2-1C4E-06E1-8F33-A34E30A434D7}"/>
          </ac:picMkLst>
        </pc:picChg>
        <pc:picChg chg="add mod">
          <ac:chgData name="Nguyen Van Binh" userId="0723e927-8a1a-4aee-aedf-3e87600d6929" providerId="ADAL" clId="{23FC3291-90FC-4912-A4EE-79212CF75B51}" dt="2025-02-28T07:33:27.466" v="5940" actId="208"/>
          <ac:picMkLst>
            <pc:docMk/>
            <pc:sldMk cId="3716503257" sldId="362"/>
            <ac:picMk id="11" creationId="{986BEA9D-803F-3221-3CD1-6EAE113316A4}"/>
          </ac:picMkLst>
        </pc:picChg>
      </pc:sldChg>
      <pc:sldChg chg="addSp delSp modSp add mod">
        <pc:chgData name="Nguyen Van Binh" userId="0723e927-8a1a-4aee-aedf-3e87600d6929" providerId="ADAL" clId="{23FC3291-90FC-4912-A4EE-79212CF75B51}" dt="2025-02-28T07:33:31.719" v="5941" actId="208"/>
        <pc:sldMkLst>
          <pc:docMk/>
          <pc:sldMk cId="1492270596" sldId="363"/>
        </pc:sldMkLst>
        <pc:spChg chg="mod">
          <ac:chgData name="Nguyen Van Binh" userId="0723e927-8a1a-4aee-aedf-3e87600d6929" providerId="ADAL" clId="{23FC3291-90FC-4912-A4EE-79212CF75B51}" dt="2025-02-26T03:56:30.995" v="2333" actId="20577"/>
          <ac:spMkLst>
            <pc:docMk/>
            <pc:sldMk cId="1492270596" sldId="363"/>
            <ac:spMk id="2" creationId="{C8BE2587-7D6B-122A-D2E5-57074963F04A}"/>
          </ac:spMkLst>
        </pc:spChg>
        <pc:picChg chg="add mod">
          <ac:chgData name="Nguyen Van Binh" userId="0723e927-8a1a-4aee-aedf-3e87600d6929" providerId="ADAL" clId="{23FC3291-90FC-4912-A4EE-79212CF75B51}" dt="2025-02-28T07:33:31.719" v="5941" actId="208"/>
          <ac:picMkLst>
            <pc:docMk/>
            <pc:sldMk cId="1492270596" sldId="363"/>
            <ac:picMk id="7" creationId="{3286CBE7-EA6B-3F25-90D8-B0C5D20D46FC}"/>
          </ac:picMkLst>
        </pc:picChg>
        <pc:picChg chg="add mod">
          <ac:chgData name="Nguyen Van Binh" userId="0723e927-8a1a-4aee-aedf-3e87600d6929" providerId="ADAL" clId="{23FC3291-90FC-4912-A4EE-79212CF75B51}" dt="2025-02-28T07:33:31.719" v="5941" actId="208"/>
          <ac:picMkLst>
            <pc:docMk/>
            <pc:sldMk cId="1492270596" sldId="363"/>
            <ac:picMk id="9" creationId="{A825E20E-79BA-4B8B-6241-97DEF92A84A3}"/>
          </ac:picMkLst>
        </pc:picChg>
        <pc:picChg chg="add mod">
          <ac:chgData name="Nguyen Van Binh" userId="0723e927-8a1a-4aee-aedf-3e87600d6929" providerId="ADAL" clId="{23FC3291-90FC-4912-A4EE-79212CF75B51}" dt="2025-02-28T07:33:31.719" v="5941" actId="208"/>
          <ac:picMkLst>
            <pc:docMk/>
            <pc:sldMk cId="1492270596" sldId="363"/>
            <ac:picMk id="12" creationId="{CA129E99-843A-2912-73CE-ACCA926AA25D}"/>
          </ac:picMkLst>
        </pc:picChg>
        <pc:picChg chg="add mod">
          <ac:chgData name="Nguyen Van Binh" userId="0723e927-8a1a-4aee-aedf-3e87600d6929" providerId="ADAL" clId="{23FC3291-90FC-4912-A4EE-79212CF75B51}" dt="2025-02-28T07:33:31.719" v="5941" actId="208"/>
          <ac:picMkLst>
            <pc:docMk/>
            <pc:sldMk cId="1492270596" sldId="363"/>
            <ac:picMk id="16" creationId="{21385790-FCF6-F117-C910-14DB704EBD62}"/>
          </ac:picMkLst>
        </pc:picChg>
      </pc:sldChg>
      <pc:sldChg chg="addSp delSp modSp add mod">
        <pc:chgData name="Nguyen Van Binh" userId="0723e927-8a1a-4aee-aedf-3e87600d6929" providerId="ADAL" clId="{23FC3291-90FC-4912-A4EE-79212CF75B51}" dt="2025-02-28T07:33:36.246" v="5943" actId="208"/>
        <pc:sldMkLst>
          <pc:docMk/>
          <pc:sldMk cId="2369293416" sldId="364"/>
        </pc:sldMkLst>
        <pc:spChg chg="mod">
          <ac:chgData name="Nguyen Van Binh" userId="0723e927-8a1a-4aee-aedf-3e87600d6929" providerId="ADAL" clId="{23FC3291-90FC-4912-A4EE-79212CF75B51}" dt="2025-02-26T04:00:14.314" v="2384" actId="20577"/>
          <ac:spMkLst>
            <pc:docMk/>
            <pc:sldMk cId="2369293416" sldId="364"/>
            <ac:spMk id="2" creationId="{403C01EB-ED32-036D-913C-A8CDCD4B9511}"/>
          </ac:spMkLst>
        </pc:spChg>
        <pc:picChg chg="add mod">
          <ac:chgData name="Nguyen Van Binh" userId="0723e927-8a1a-4aee-aedf-3e87600d6929" providerId="ADAL" clId="{23FC3291-90FC-4912-A4EE-79212CF75B51}" dt="2025-02-28T07:33:36.246" v="5943" actId="208"/>
          <ac:picMkLst>
            <pc:docMk/>
            <pc:sldMk cId="2369293416" sldId="364"/>
            <ac:picMk id="3" creationId="{092FFE0C-7D06-29AE-2BFF-ED774D52A1F5}"/>
          </ac:picMkLst>
        </pc:picChg>
        <pc:picChg chg="add mod">
          <ac:chgData name="Nguyen Van Binh" userId="0723e927-8a1a-4aee-aedf-3e87600d6929" providerId="ADAL" clId="{23FC3291-90FC-4912-A4EE-79212CF75B51}" dt="2025-02-26T04:01:55.104" v="2396" actId="1076"/>
          <ac:picMkLst>
            <pc:docMk/>
            <pc:sldMk cId="2369293416" sldId="364"/>
            <ac:picMk id="4" creationId="{D64E4D56-520F-F555-20DE-EE72964FA9B6}"/>
          </ac:picMkLst>
        </pc:picChg>
        <pc:picChg chg="add mod">
          <ac:chgData name="Nguyen Van Binh" userId="0723e927-8a1a-4aee-aedf-3e87600d6929" providerId="ADAL" clId="{23FC3291-90FC-4912-A4EE-79212CF75B51}" dt="2025-02-28T07:33:36.246" v="5943" actId="208"/>
          <ac:picMkLst>
            <pc:docMk/>
            <pc:sldMk cId="2369293416" sldId="364"/>
            <ac:picMk id="5" creationId="{4B7FFC8C-EA5B-5E72-521E-2AB88053F0D9}"/>
          </ac:picMkLst>
        </pc:picChg>
        <pc:picChg chg="add mod">
          <ac:chgData name="Nguyen Van Binh" userId="0723e927-8a1a-4aee-aedf-3e87600d6929" providerId="ADAL" clId="{23FC3291-90FC-4912-A4EE-79212CF75B51}" dt="2025-02-26T04:01:56.895" v="2397" actId="1076"/>
          <ac:picMkLst>
            <pc:docMk/>
            <pc:sldMk cId="2369293416" sldId="364"/>
            <ac:picMk id="6" creationId="{2655C591-3A6F-568A-B204-C06A2E3F361C}"/>
          </ac:picMkLst>
        </pc:picChg>
        <pc:picChg chg="add mod modCrop">
          <ac:chgData name="Nguyen Van Binh" userId="0723e927-8a1a-4aee-aedf-3e87600d6929" providerId="ADAL" clId="{23FC3291-90FC-4912-A4EE-79212CF75B51}" dt="2025-02-28T07:33:36.246" v="5943" actId="208"/>
          <ac:picMkLst>
            <pc:docMk/>
            <pc:sldMk cId="2369293416" sldId="364"/>
            <ac:picMk id="10" creationId="{AD1E8C4C-C383-6E88-D433-92B4CB4214C9}"/>
          </ac:picMkLst>
        </pc:picChg>
        <pc:picChg chg="add mod">
          <ac:chgData name="Nguyen Van Binh" userId="0723e927-8a1a-4aee-aedf-3e87600d6929" providerId="ADAL" clId="{23FC3291-90FC-4912-A4EE-79212CF75B51}" dt="2025-02-28T07:33:36.246" v="5943" actId="208"/>
          <ac:picMkLst>
            <pc:docMk/>
            <pc:sldMk cId="2369293416" sldId="364"/>
            <ac:picMk id="13" creationId="{983D88E3-30D5-3B3A-AEB9-3B5FCAF3C88E}"/>
          </ac:picMkLst>
        </pc:picChg>
        <pc:picChg chg="add mod">
          <ac:chgData name="Nguyen Van Binh" userId="0723e927-8a1a-4aee-aedf-3e87600d6929" providerId="ADAL" clId="{23FC3291-90FC-4912-A4EE-79212CF75B51}" dt="2025-02-28T07:33:36.246" v="5943" actId="208"/>
          <ac:picMkLst>
            <pc:docMk/>
            <pc:sldMk cId="2369293416" sldId="364"/>
            <ac:picMk id="18" creationId="{34E0CF2A-20B8-34E3-5842-9E91739EB709}"/>
          </ac:picMkLst>
        </pc:picChg>
      </pc:sldChg>
      <pc:sldChg chg="modSp add mod">
        <pc:chgData name="Nguyen Van Binh" userId="0723e927-8a1a-4aee-aedf-3e87600d6929" providerId="ADAL" clId="{23FC3291-90FC-4912-A4EE-79212CF75B51}" dt="2025-02-26T04:07:00.287" v="2438" actId="20577"/>
        <pc:sldMkLst>
          <pc:docMk/>
          <pc:sldMk cId="3707479497" sldId="365"/>
        </pc:sldMkLst>
        <pc:spChg chg="mod">
          <ac:chgData name="Nguyen Van Binh" userId="0723e927-8a1a-4aee-aedf-3e87600d6929" providerId="ADAL" clId="{23FC3291-90FC-4912-A4EE-79212CF75B51}" dt="2025-02-26T04:07:00.287" v="2438" actId="20577"/>
          <ac:spMkLst>
            <pc:docMk/>
            <pc:sldMk cId="3707479497" sldId="365"/>
            <ac:spMk id="4" creationId="{D2A47AED-08DA-F81F-9360-8551BB77E7D9}"/>
          </ac:spMkLst>
        </pc:spChg>
      </pc:sldChg>
      <pc:sldChg chg="addSp delSp modSp add mod">
        <pc:chgData name="Nguyen Van Binh" userId="0723e927-8a1a-4aee-aedf-3e87600d6929" providerId="ADAL" clId="{23FC3291-90FC-4912-A4EE-79212CF75B51}" dt="2025-02-28T07:34:00.772" v="5952" actId="1076"/>
        <pc:sldMkLst>
          <pc:docMk/>
          <pc:sldMk cId="3967047632" sldId="366"/>
        </pc:sldMkLst>
        <pc:spChg chg="mod">
          <ac:chgData name="Nguyen Van Binh" userId="0723e927-8a1a-4aee-aedf-3e87600d6929" providerId="ADAL" clId="{23FC3291-90FC-4912-A4EE-79212CF75B51}" dt="2025-02-26T04:07:33.978" v="2459" actId="20577"/>
          <ac:spMkLst>
            <pc:docMk/>
            <pc:sldMk cId="3967047632" sldId="366"/>
            <ac:spMk id="2" creationId="{A4124736-C6CF-AC07-5FB6-655F62A4ABD5}"/>
          </ac:spMkLst>
        </pc:spChg>
        <pc:spChg chg="mod">
          <ac:chgData name="Nguyen Van Binh" userId="0723e927-8a1a-4aee-aedf-3e87600d6929" providerId="ADAL" clId="{23FC3291-90FC-4912-A4EE-79212CF75B51}" dt="2025-02-26T04:09:59.222" v="2712" actId="20577"/>
          <ac:spMkLst>
            <pc:docMk/>
            <pc:sldMk cId="3967047632" sldId="366"/>
            <ac:spMk id="3" creationId="{0B8494B3-852D-A166-A41E-34C6FE1EB544}"/>
          </ac:spMkLst>
        </pc:spChg>
        <pc:picChg chg="add mod">
          <ac:chgData name="Nguyen Van Binh" userId="0723e927-8a1a-4aee-aedf-3e87600d6929" providerId="ADAL" clId="{23FC3291-90FC-4912-A4EE-79212CF75B51}" dt="2025-02-28T07:34:00.772" v="5952" actId="1076"/>
          <ac:picMkLst>
            <pc:docMk/>
            <pc:sldMk cId="3967047632" sldId="366"/>
            <ac:picMk id="6" creationId="{98ECFC15-686E-FB58-E694-033DCC453677}"/>
          </ac:picMkLst>
        </pc:picChg>
        <pc:picChg chg="add mod">
          <ac:chgData name="Nguyen Van Binh" userId="0723e927-8a1a-4aee-aedf-3e87600d6929" providerId="ADAL" clId="{23FC3291-90FC-4912-A4EE-79212CF75B51}" dt="2025-02-28T07:33:58.539" v="5950" actId="1076"/>
          <ac:picMkLst>
            <pc:docMk/>
            <pc:sldMk cId="3967047632" sldId="366"/>
            <ac:picMk id="10" creationId="{3D2E8E1C-99D5-8DF8-84A2-BD30849E2928}"/>
          </ac:picMkLst>
        </pc:picChg>
        <pc:picChg chg="add mod">
          <ac:chgData name="Nguyen Van Binh" userId="0723e927-8a1a-4aee-aedf-3e87600d6929" providerId="ADAL" clId="{23FC3291-90FC-4912-A4EE-79212CF75B51}" dt="2025-02-28T07:33:59.573" v="5951" actId="1076"/>
          <ac:picMkLst>
            <pc:docMk/>
            <pc:sldMk cId="3967047632" sldId="366"/>
            <ac:picMk id="16" creationId="{48E02E84-18FF-DE9D-434E-C2874A9936A0}"/>
          </ac:picMkLst>
        </pc:picChg>
        <pc:picChg chg="add mod">
          <ac:chgData name="Nguyen Van Binh" userId="0723e927-8a1a-4aee-aedf-3e87600d6929" providerId="ADAL" clId="{23FC3291-90FC-4912-A4EE-79212CF75B51}" dt="2025-02-28T07:33:57.626" v="5949" actId="1076"/>
          <ac:picMkLst>
            <pc:docMk/>
            <pc:sldMk cId="3967047632" sldId="366"/>
            <ac:picMk id="19" creationId="{EA912D71-61AF-1834-8481-C6FD7763FC10}"/>
          </ac:picMkLst>
        </pc:picChg>
      </pc:sldChg>
      <pc:sldChg chg="addSp delSp modSp add mod">
        <pc:chgData name="Nguyen Van Binh" userId="0723e927-8a1a-4aee-aedf-3e87600d6929" providerId="ADAL" clId="{23FC3291-90FC-4912-A4EE-79212CF75B51}" dt="2025-02-28T07:34:05.691" v="5953" actId="208"/>
        <pc:sldMkLst>
          <pc:docMk/>
          <pc:sldMk cId="4239052653" sldId="367"/>
        </pc:sldMkLst>
        <pc:spChg chg="mod">
          <ac:chgData name="Nguyen Van Binh" userId="0723e927-8a1a-4aee-aedf-3e87600d6929" providerId="ADAL" clId="{23FC3291-90FC-4912-A4EE-79212CF75B51}" dt="2025-02-26T04:13:25.454" v="2753" actId="20577"/>
          <ac:spMkLst>
            <pc:docMk/>
            <pc:sldMk cId="4239052653" sldId="367"/>
            <ac:spMk id="2" creationId="{C6B0EE51-4AAD-1501-ADF2-54569F17B370}"/>
          </ac:spMkLst>
        </pc:spChg>
        <pc:spChg chg="mod">
          <ac:chgData name="Nguyen Van Binh" userId="0723e927-8a1a-4aee-aedf-3e87600d6929" providerId="ADAL" clId="{23FC3291-90FC-4912-A4EE-79212CF75B51}" dt="2025-02-26T04:20:34.377" v="3164" actId="20577"/>
          <ac:spMkLst>
            <pc:docMk/>
            <pc:sldMk cId="4239052653" sldId="367"/>
            <ac:spMk id="3" creationId="{77905546-4B1F-F20B-18B4-B03554E9911F}"/>
          </ac:spMkLst>
        </pc:spChg>
        <pc:picChg chg="add mod">
          <ac:chgData name="Nguyen Van Binh" userId="0723e927-8a1a-4aee-aedf-3e87600d6929" providerId="ADAL" clId="{23FC3291-90FC-4912-A4EE-79212CF75B51}" dt="2025-02-28T07:34:05.691" v="5953" actId="208"/>
          <ac:picMkLst>
            <pc:docMk/>
            <pc:sldMk cId="4239052653" sldId="367"/>
            <ac:picMk id="5" creationId="{18D51176-AEBA-210C-A5BB-A70D513B9437}"/>
          </ac:picMkLst>
        </pc:picChg>
        <pc:picChg chg="add mod">
          <ac:chgData name="Nguyen Van Binh" userId="0723e927-8a1a-4aee-aedf-3e87600d6929" providerId="ADAL" clId="{23FC3291-90FC-4912-A4EE-79212CF75B51}" dt="2025-02-28T07:34:05.691" v="5953" actId="208"/>
          <ac:picMkLst>
            <pc:docMk/>
            <pc:sldMk cId="4239052653" sldId="367"/>
            <ac:picMk id="8" creationId="{BB9B1E32-94B2-C3B3-4C5B-CA089FE5EAA8}"/>
          </ac:picMkLst>
        </pc:picChg>
        <pc:picChg chg="add mod">
          <ac:chgData name="Nguyen Van Binh" userId="0723e927-8a1a-4aee-aedf-3e87600d6929" providerId="ADAL" clId="{23FC3291-90FC-4912-A4EE-79212CF75B51}" dt="2025-02-28T07:34:05.691" v="5953" actId="208"/>
          <ac:picMkLst>
            <pc:docMk/>
            <pc:sldMk cId="4239052653" sldId="367"/>
            <ac:picMk id="11" creationId="{C469CF7B-8959-34F5-7B69-6B3D3A96705E}"/>
          </ac:picMkLst>
        </pc:picChg>
      </pc:sldChg>
      <pc:sldChg chg="modSp add mod">
        <pc:chgData name="Nguyen Van Binh" userId="0723e927-8a1a-4aee-aedf-3e87600d6929" providerId="ADAL" clId="{23FC3291-90FC-4912-A4EE-79212CF75B51}" dt="2025-02-28T07:34:09.240" v="5954" actId="208"/>
        <pc:sldMkLst>
          <pc:docMk/>
          <pc:sldMk cId="909653986" sldId="368"/>
        </pc:sldMkLst>
        <pc:picChg chg="mod">
          <ac:chgData name="Nguyen Van Binh" userId="0723e927-8a1a-4aee-aedf-3e87600d6929" providerId="ADAL" clId="{23FC3291-90FC-4912-A4EE-79212CF75B51}" dt="2025-02-28T07:34:09.240" v="5954" actId="208"/>
          <ac:picMkLst>
            <pc:docMk/>
            <pc:sldMk cId="909653986" sldId="368"/>
            <ac:picMk id="5" creationId="{0D848C3C-C412-046F-E4DD-5D14D362C3C1}"/>
          </ac:picMkLst>
        </pc:picChg>
        <pc:picChg chg="mod">
          <ac:chgData name="Nguyen Van Binh" userId="0723e927-8a1a-4aee-aedf-3e87600d6929" providerId="ADAL" clId="{23FC3291-90FC-4912-A4EE-79212CF75B51}" dt="2025-02-28T07:34:09.240" v="5954" actId="208"/>
          <ac:picMkLst>
            <pc:docMk/>
            <pc:sldMk cId="909653986" sldId="368"/>
            <ac:picMk id="8" creationId="{574767A1-B0CD-F5CA-CE76-1D004FEBBA7A}"/>
          </ac:picMkLst>
        </pc:picChg>
        <pc:picChg chg="mod">
          <ac:chgData name="Nguyen Van Binh" userId="0723e927-8a1a-4aee-aedf-3e87600d6929" providerId="ADAL" clId="{23FC3291-90FC-4912-A4EE-79212CF75B51}" dt="2025-02-28T07:34:09.240" v="5954" actId="208"/>
          <ac:picMkLst>
            <pc:docMk/>
            <pc:sldMk cId="909653986" sldId="368"/>
            <ac:picMk id="11" creationId="{114D5B2E-28BC-6D39-5004-A17022135D2D}"/>
          </ac:picMkLst>
        </pc:picChg>
      </pc:sldChg>
      <pc:sldChg chg="addSp delSp modSp add mod">
        <pc:chgData name="Nguyen Van Binh" userId="0723e927-8a1a-4aee-aedf-3e87600d6929" providerId="ADAL" clId="{23FC3291-90FC-4912-A4EE-79212CF75B51}" dt="2025-02-28T07:34:13.369" v="5955" actId="208"/>
        <pc:sldMkLst>
          <pc:docMk/>
          <pc:sldMk cId="3358915320" sldId="369"/>
        </pc:sldMkLst>
        <pc:spChg chg="mod">
          <ac:chgData name="Nguyen Van Binh" userId="0723e927-8a1a-4aee-aedf-3e87600d6929" providerId="ADAL" clId="{23FC3291-90FC-4912-A4EE-79212CF75B51}" dt="2025-02-26T04:27:17.066" v="3189" actId="20577"/>
          <ac:spMkLst>
            <pc:docMk/>
            <pc:sldMk cId="3358915320" sldId="369"/>
            <ac:spMk id="2" creationId="{11EFD337-C633-BB65-2922-CDADD65659DC}"/>
          </ac:spMkLst>
        </pc:spChg>
        <pc:spChg chg="mod">
          <ac:chgData name="Nguyen Van Binh" userId="0723e927-8a1a-4aee-aedf-3e87600d6929" providerId="ADAL" clId="{23FC3291-90FC-4912-A4EE-79212CF75B51}" dt="2025-02-26T04:35:24.263" v="3588" actId="20577"/>
          <ac:spMkLst>
            <pc:docMk/>
            <pc:sldMk cId="3358915320" sldId="369"/>
            <ac:spMk id="3" creationId="{0273D2A2-A8D3-A4D7-BAC8-8BB7A2A81A9F}"/>
          </ac:spMkLst>
        </pc:spChg>
        <pc:picChg chg="add mod">
          <ac:chgData name="Nguyen Van Binh" userId="0723e927-8a1a-4aee-aedf-3e87600d6929" providerId="ADAL" clId="{23FC3291-90FC-4912-A4EE-79212CF75B51}" dt="2025-02-28T07:34:13.369" v="5955" actId="208"/>
          <ac:picMkLst>
            <pc:docMk/>
            <pc:sldMk cId="3358915320" sldId="369"/>
            <ac:picMk id="9" creationId="{BF6F6DDB-2143-73DE-B2FA-9B6252D086A8}"/>
          </ac:picMkLst>
        </pc:picChg>
      </pc:sldChg>
      <pc:sldChg chg="addSp delSp modSp add mod">
        <pc:chgData name="Nguyen Van Binh" userId="0723e927-8a1a-4aee-aedf-3e87600d6929" providerId="ADAL" clId="{23FC3291-90FC-4912-A4EE-79212CF75B51}" dt="2025-02-28T07:34:19.209" v="5956" actId="208"/>
        <pc:sldMkLst>
          <pc:docMk/>
          <pc:sldMk cId="1647500866" sldId="370"/>
        </pc:sldMkLst>
        <pc:spChg chg="mod">
          <ac:chgData name="Nguyen Van Binh" userId="0723e927-8a1a-4aee-aedf-3e87600d6929" providerId="ADAL" clId="{23FC3291-90FC-4912-A4EE-79212CF75B51}" dt="2025-02-26T04:35:35.293" v="3592" actId="20577"/>
          <ac:spMkLst>
            <pc:docMk/>
            <pc:sldMk cId="1647500866" sldId="370"/>
            <ac:spMk id="2" creationId="{CA3B04F1-F58C-1B57-31F5-EA70DCDB2A39}"/>
          </ac:spMkLst>
        </pc:spChg>
        <pc:spChg chg="mod">
          <ac:chgData name="Nguyen Van Binh" userId="0723e927-8a1a-4aee-aedf-3e87600d6929" providerId="ADAL" clId="{23FC3291-90FC-4912-A4EE-79212CF75B51}" dt="2025-02-26T04:40:25.714" v="3756" actId="20577"/>
          <ac:spMkLst>
            <pc:docMk/>
            <pc:sldMk cId="1647500866" sldId="370"/>
            <ac:spMk id="3" creationId="{EDA054BA-6799-A837-42A3-2100ABF37BC5}"/>
          </ac:spMkLst>
        </pc:spChg>
        <pc:picChg chg="add mod">
          <ac:chgData name="Nguyen Van Binh" userId="0723e927-8a1a-4aee-aedf-3e87600d6929" providerId="ADAL" clId="{23FC3291-90FC-4912-A4EE-79212CF75B51}" dt="2025-02-28T07:34:19.209" v="5956" actId="208"/>
          <ac:picMkLst>
            <pc:docMk/>
            <pc:sldMk cId="1647500866" sldId="370"/>
            <ac:picMk id="5" creationId="{2652F6EF-A02A-2B1A-3460-45401A3AA143}"/>
          </ac:picMkLst>
        </pc:picChg>
        <pc:picChg chg="add mod">
          <ac:chgData name="Nguyen Van Binh" userId="0723e927-8a1a-4aee-aedf-3e87600d6929" providerId="ADAL" clId="{23FC3291-90FC-4912-A4EE-79212CF75B51}" dt="2025-02-28T07:34:19.209" v="5956" actId="208"/>
          <ac:picMkLst>
            <pc:docMk/>
            <pc:sldMk cId="1647500866" sldId="370"/>
            <ac:picMk id="10" creationId="{3B1C1735-0820-B323-4ACF-1CFDE685CB09}"/>
          </ac:picMkLst>
        </pc:picChg>
      </pc:sldChg>
      <pc:sldChg chg="addSp delSp modSp add mod">
        <pc:chgData name="Nguyen Van Binh" userId="0723e927-8a1a-4aee-aedf-3e87600d6929" providerId="ADAL" clId="{23FC3291-90FC-4912-A4EE-79212CF75B51}" dt="2025-02-28T07:34:23.318" v="5957" actId="208"/>
        <pc:sldMkLst>
          <pc:docMk/>
          <pc:sldMk cId="2892948164" sldId="371"/>
        </pc:sldMkLst>
        <pc:spChg chg="mod">
          <ac:chgData name="Nguyen Van Binh" userId="0723e927-8a1a-4aee-aedf-3e87600d6929" providerId="ADAL" clId="{23FC3291-90FC-4912-A4EE-79212CF75B51}" dt="2025-02-26T04:40:46.820" v="3774" actId="20577"/>
          <ac:spMkLst>
            <pc:docMk/>
            <pc:sldMk cId="2892948164" sldId="371"/>
            <ac:spMk id="2" creationId="{C1829975-CAE3-C7FE-F741-0AA2FCF54254}"/>
          </ac:spMkLst>
        </pc:spChg>
        <pc:spChg chg="mod">
          <ac:chgData name="Nguyen Van Binh" userId="0723e927-8a1a-4aee-aedf-3e87600d6929" providerId="ADAL" clId="{23FC3291-90FC-4912-A4EE-79212CF75B51}" dt="2025-02-26T06:30:04.960" v="3966" actId="1076"/>
          <ac:spMkLst>
            <pc:docMk/>
            <pc:sldMk cId="2892948164" sldId="371"/>
            <ac:spMk id="3" creationId="{C57768D3-5B7B-FA14-DBBC-BF6056C55EC5}"/>
          </ac:spMkLst>
        </pc:spChg>
        <pc:picChg chg="add mod">
          <ac:chgData name="Nguyen Van Binh" userId="0723e927-8a1a-4aee-aedf-3e87600d6929" providerId="ADAL" clId="{23FC3291-90FC-4912-A4EE-79212CF75B51}" dt="2025-02-28T07:34:23.318" v="5957" actId="208"/>
          <ac:picMkLst>
            <pc:docMk/>
            <pc:sldMk cId="2892948164" sldId="371"/>
            <ac:picMk id="6" creationId="{8C66E777-57F3-FC1F-807C-B25FEC84996B}"/>
          </ac:picMkLst>
        </pc:picChg>
        <pc:picChg chg="add mod">
          <ac:chgData name="Nguyen Van Binh" userId="0723e927-8a1a-4aee-aedf-3e87600d6929" providerId="ADAL" clId="{23FC3291-90FC-4912-A4EE-79212CF75B51}" dt="2025-02-28T07:34:23.318" v="5957" actId="208"/>
          <ac:picMkLst>
            <pc:docMk/>
            <pc:sldMk cId="2892948164" sldId="371"/>
            <ac:picMk id="8" creationId="{1099866A-3E8B-61BE-3E43-89F49DFB2EA0}"/>
          </ac:picMkLst>
        </pc:picChg>
      </pc:sldChg>
      <pc:sldChg chg="addSp delSp modSp add mod">
        <pc:chgData name="Nguyen Van Binh" userId="0723e927-8a1a-4aee-aedf-3e87600d6929" providerId="ADAL" clId="{23FC3291-90FC-4912-A4EE-79212CF75B51}" dt="2025-02-28T07:34:29.735" v="5958" actId="208"/>
        <pc:sldMkLst>
          <pc:docMk/>
          <pc:sldMk cId="4244086498" sldId="372"/>
        </pc:sldMkLst>
        <pc:spChg chg="mod">
          <ac:chgData name="Nguyen Van Binh" userId="0723e927-8a1a-4aee-aedf-3e87600d6929" providerId="ADAL" clId="{23FC3291-90FC-4912-A4EE-79212CF75B51}" dt="2025-02-26T06:55:33.287" v="4022" actId="20577"/>
          <ac:spMkLst>
            <pc:docMk/>
            <pc:sldMk cId="4244086498" sldId="372"/>
            <ac:spMk id="2" creationId="{0638320D-5D22-3DC9-297F-AD1D60D784D0}"/>
          </ac:spMkLst>
        </pc:spChg>
        <pc:spChg chg="add mod">
          <ac:chgData name="Nguyen Van Binh" userId="0723e927-8a1a-4aee-aedf-3e87600d6929" providerId="ADAL" clId="{23FC3291-90FC-4912-A4EE-79212CF75B51}" dt="2025-02-26T07:02:12.745" v="4165" actId="1076"/>
          <ac:spMkLst>
            <pc:docMk/>
            <pc:sldMk cId="4244086498" sldId="372"/>
            <ac:spMk id="14" creationId="{84C8EE39-3301-7B79-0B73-BD8DE1F7CB4D}"/>
          </ac:spMkLst>
        </pc:spChg>
        <pc:picChg chg="add mod">
          <ac:chgData name="Nguyen Van Binh" userId="0723e927-8a1a-4aee-aedf-3e87600d6929" providerId="ADAL" clId="{23FC3291-90FC-4912-A4EE-79212CF75B51}" dt="2025-02-28T07:34:29.735" v="5958" actId="208"/>
          <ac:picMkLst>
            <pc:docMk/>
            <pc:sldMk cId="4244086498" sldId="372"/>
            <ac:picMk id="5" creationId="{5D035448-2C9F-45B1-A107-36D00387AB7E}"/>
          </ac:picMkLst>
        </pc:picChg>
        <pc:picChg chg="add mod">
          <ac:chgData name="Nguyen Van Binh" userId="0723e927-8a1a-4aee-aedf-3e87600d6929" providerId="ADAL" clId="{23FC3291-90FC-4912-A4EE-79212CF75B51}" dt="2025-02-28T07:34:29.735" v="5958" actId="208"/>
          <ac:picMkLst>
            <pc:docMk/>
            <pc:sldMk cId="4244086498" sldId="372"/>
            <ac:picMk id="9" creationId="{799FE18F-2A6B-7864-5FBE-783D5761B183}"/>
          </ac:picMkLst>
        </pc:picChg>
        <pc:picChg chg="add mod">
          <ac:chgData name="Nguyen Van Binh" userId="0723e927-8a1a-4aee-aedf-3e87600d6929" providerId="ADAL" clId="{23FC3291-90FC-4912-A4EE-79212CF75B51}" dt="2025-02-28T07:34:29.735" v="5958" actId="208"/>
          <ac:picMkLst>
            <pc:docMk/>
            <pc:sldMk cId="4244086498" sldId="372"/>
            <ac:picMk id="11" creationId="{DA724BB9-3A31-3EC0-93DC-255C87B7D7E2}"/>
          </ac:picMkLst>
        </pc:picChg>
        <pc:picChg chg="add mod">
          <ac:chgData name="Nguyen Van Binh" userId="0723e927-8a1a-4aee-aedf-3e87600d6929" providerId="ADAL" clId="{23FC3291-90FC-4912-A4EE-79212CF75B51}" dt="2025-02-28T07:34:29.735" v="5958" actId="208"/>
          <ac:picMkLst>
            <pc:docMk/>
            <pc:sldMk cId="4244086498" sldId="372"/>
            <ac:picMk id="13" creationId="{67FE0E3E-6268-5D21-6E93-7A4EABC02B87}"/>
          </ac:picMkLst>
        </pc:picChg>
      </pc:sldChg>
      <pc:sldChg chg="addSp delSp modSp add mod">
        <pc:chgData name="Nguyen Van Binh" userId="0723e927-8a1a-4aee-aedf-3e87600d6929" providerId="ADAL" clId="{23FC3291-90FC-4912-A4EE-79212CF75B51}" dt="2025-02-28T07:34:35.075" v="5959" actId="208"/>
        <pc:sldMkLst>
          <pc:docMk/>
          <pc:sldMk cId="245884243" sldId="373"/>
        </pc:sldMkLst>
        <pc:spChg chg="mod">
          <ac:chgData name="Nguyen Van Binh" userId="0723e927-8a1a-4aee-aedf-3e87600d6929" providerId="ADAL" clId="{23FC3291-90FC-4912-A4EE-79212CF75B51}" dt="2025-02-26T07:02:46.056" v="4205" actId="20577"/>
          <ac:spMkLst>
            <pc:docMk/>
            <pc:sldMk cId="245884243" sldId="373"/>
            <ac:spMk id="2" creationId="{41DB0312-C546-7571-A39E-A07BC8D8C012}"/>
          </ac:spMkLst>
        </pc:spChg>
        <pc:spChg chg="mod">
          <ac:chgData name="Nguyen Van Binh" userId="0723e927-8a1a-4aee-aedf-3e87600d6929" providerId="ADAL" clId="{23FC3291-90FC-4912-A4EE-79212CF75B51}" dt="2025-02-26T07:07:42.465" v="4271" actId="14100"/>
          <ac:spMkLst>
            <pc:docMk/>
            <pc:sldMk cId="245884243" sldId="373"/>
            <ac:spMk id="14" creationId="{93F8186B-C0E5-B319-D5A4-98006A2867DB}"/>
          </ac:spMkLst>
        </pc:spChg>
        <pc:picChg chg="add mod">
          <ac:chgData name="Nguyen Van Binh" userId="0723e927-8a1a-4aee-aedf-3e87600d6929" providerId="ADAL" clId="{23FC3291-90FC-4912-A4EE-79212CF75B51}" dt="2025-02-28T07:34:35.075" v="5959" actId="208"/>
          <ac:picMkLst>
            <pc:docMk/>
            <pc:sldMk cId="245884243" sldId="373"/>
            <ac:picMk id="4" creationId="{632B3F25-3576-7783-C78F-ADDAA96B18D0}"/>
          </ac:picMkLst>
        </pc:picChg>
        <pc:picChg chg="add mod">
          <ac:chgData name="Nguyen Van Binh" userId="0723e927-8a1a-4aee-aedf-3e87600d6929" providerId="ADAL" clId="{23FC3291-90FC-4912-A4EE-79212CF75B51}" dt="2025-02-28T07:34:35.075" v="5959" actId="208"/>
          <ac:picMkLst>
            <pc:docMk/>
            <pc:sldMk cId="245884243" sldId="373"/>
            <ac:picMk id="7" creationId="{956E6D80-DEBE-0249-BFFE-7FE3A137FD5E}"/>
          </ac:picMkLst>
        </pc:picChg>
        <pc:picChg chg="add mod">
          <ac:chgData name="Nguyen Van Binh" userId="0723e927-8a1a-4aee-aedf-3e87600d6929" providerId="ADAL" clId="{23FC3291-90FC-4912-A4EE-79212CF75B51}" dt="2025-02-28T07:34:35.075" v="5959" actId="208"/>
          <ac:picMkLst>
            <pc:docMk/>
            <pc:sldMk cId="245884243" sldId="373"/>
            <ac:picMk id="10" creationId="{9E20C7C5-EF6F-0079-0017-10D87B0B5F35}"/>
          </ac:picMkLst>
        </pc:picChg>
        <pc:picChg chg="add mod">
          <ac:chgData name="Nguyen Van Binh" userId="0723e927-8a1a-4aee-aedf-3e87600d6929" providerId="ADAL" clId="{23FC3291-90FC-4912-A4EE-79212CF75B51}" dt="2025-02-28T07:34:35.075" v="5959" actId="208"/>
          <ac:picMkLst>
            <pc:docMk/>
            <pc:sldMk cId="245884243" sldId="373"/>
            <ac:picMk id="15" creationId="{1B800E2B-E2AD-48B8-8656-4508D8E30D15}"/>
          </ac:picMkLst>
        </pc:picChg>
      </pc:sldChg>
      <pc:sldChg chg="modSp add del mod">
        <pc:chgData name="Nguyen Van Binh" userId="0723e927-8a1a-4aee-aedf-3e87600d6929" providerId="ADAL" clId="{23FC3291-90FC-4912-A4EE-79212CF75B51}" dt="2025-02-28T07:36:26.151" v="5965" actId="47"/>
        <pc:sldMkLst>
          <pc:docMk/>
          <pc:sldMk cId="3317934661" sldId="374"/>
        </pc:sldMkLst>
        <pc:spChg chg="mod">
          <ac:chgData name="Nguyen Van Binh" userId="0723e927-8a1a-4aee-aedf-3e87600d6929" providerId="ADAL" clId="{23FC3291-90FC-4912-A4EE-79212CF75B51}" dt="2025-02-27T03:38:30.120" v="4304" actId="20577"/>
          <ac:spMkLst>
            <pc:docMk/>
            <pc:sldMk cId="3317934661" sldId="374"/>
            <ac:spMk id="4" creationId="{4DFF0A8B-3741-964D-CE1A-33265A7FB3D9}"/>
          </ac:spMkLst>
        </pc:spChg>
      </pc:sldChg>
      <pc:sldChg chg="addSp delSp modSp add del mod">
        <pc:chgData name="Nguyen Van Binh" userId="0723e927-8a1a-4aee-aedf-3e87600d6929" providerId="ADAL" clId="{23FC3291-90FC-4912-A4EE-79212CF75B51}" dt="2025-02-28T07:36:26.151" v="5965" actId="47"/>
        <pc:sldMkLst>
          <pc:docMk/>
          <pc:sldMk cId="3399610751" sldId="375"/>
        </pc:sldMkLst>
        <pc:spChg chg="mod">
          <ac:chgData name="Nguyen Van Binh" userId="0723e927-8a1a-4aee-aedf-3e87600d6929" providerId="ADAL" clId="{23FC3291-90FC-4912-A4EE-79212CF75B51}" dt="2025-02-27T04:10:05.947" v="4338" actId="20577"/>
          <ac:spMkLst>
            <pc:docMk/>
            <pc:sldMk cId="3399610751" sldId="375"/>
            <ac:spMk id="2" creationId="{438328AF-D4DB-6FD2-D9B5-9154F19D8E5F}"/>
          </ac:spMkLst>
        </pc:spChg>
        <pc:spChg chg="mod">
          <ac:chgData name="Nguyen Van Binh" userId="0723e927-8a1a-4aee-aedf-3e87600d6929" providerId="ADAL" clId="{23FC3291-90FC-4912-A4EE-79212CF75B51}" dt="2025-02-27T04:09:37.147" v="4307"/>
          <ac:spMkLst>
            <pc:docMk/>
            <pc:sldMk cId="3399610751" sldId="375"/>
            <ac:spMk id="3" creationId="{4AEF4F56-9245-02AB-CCA5-C4363EC51ED5}"/>
          </ac:spMkLst>
        </pc:spChg>
        <pc:picChg chg="add mod">
          <ac:chgData name="Nguyen Van Binh" userId="0723e927-8a1a-4aee-aedf-3e87600d6929" providerId="ADAL" clId="{23FC3291-90FC-4912-A4EE-79212CF75B51}" dt="2025-02-28T07:34:41.171" v="5960" actId="208"/>
          <ac:picMkLst>
            <pc:docMk/>
            <pc:sldMk cId="3399610751" sldId="375"/>
            <ac:picMk id="5" creationId="{A539D276-57E1-313B-455D-6CA148BC1E5A}"/>
          </ac:picMkLst>
        </pc:picChg>
        <pc:picChg chg="add mod">
          <ac:chgData name="Nguyen Van Binh" userId="0723e927-8a1a-4aee-aedf-3e87600d6929" providerId="ADAL" clId="{23FC3291-90FC-4912-A4EE-79212CF75B51}" dt="2025-02-28T07:34:41.171" v="5960" actId="208"/>
          <ac:picMkLst>
            <pc:docMk/>
            <pc:sldMk cId="3399610751" sldId="375"/>
            <ac:picMk id="7" creationId="{08F0B6A9-8BE0-0E4A-C3D5-96EF0D2A5A71}"/>
          </ac:picMkLst>
        </pc:picChg>
        <pc:picChg chg="del">
          <ac:chgData name="Nguyen Van Binh" userId="0723e927-8a1a-4aee-aedf-3e87600d6929" providerId="ADAL" clId="{23FC3291-90FC-4912-A4EE-79212CF75B51}" dt="2025-02-27T03:38:09.276" v="4276" actId="478"/>
          <ac:picMkLst>
            <pc:docMk/>
            <pc:sldMk cId="3399610751" sldId="375"/>
            <ac:picMk id="9" creationId="{6D40DC43-A560-D89A-B975-61181D613D95}"/>
          </ac:picMkLst>
        </pc:picChg>
      </pc:sldChg>
      <pc:sldChg chg="addSp delSp modSp add del mod">
        <pc:chgData name="Nguyen Van Binh" userId="0723e927-8a1a-4aee-aedf-3e87600d6929" providerId="ADAL" clId="{23FC3291-90FC-4912-A4EE-79212CF75B51}" dt="2025-02-28T07:36:26.151" v="5965" actId="47"/>
        <pc:sldMkLst>
          <pc:docMk/>
          <pc:sldMk cId="2965596528" sldId="376"/>
        </pc:sldMkLst>
        <pc:spChg chg="mod">
          <ac:chgData name="Nguyen Van Binh" userId="0723e927-8a1a-4aee-aedf-3e87600d6929" providerId="ADAL" clId="{23FC3291-90FC-4912-A4EE-79212CF75B51}" dt="2025-02-27T04:14:38.734" v="4367" actId="20577"/>
          <ac:spMkLst>
            <pc:docMk/>
            <pc:sldMk cId="2965596528" sldId="376"/>
            <ac:spMk id="2" creationId="{30956E43-CFF6-6A18-AB84-7E3175351947}"/>
          </ac:spMkLst>
        </pc:spChg>
        <pc:spChg chg="mod">
          <ac:chgData name="Nguyen Van Binh" userId="0723e927-8a1a-4aee-aedf-3e87600d6929" providerId="ADAL" clId="{23FC3291-90FC-4912-A4EE-79212CF75B51}" dt="2025-02-27T04:15:44.159" v="4445" actId="2711"/>
          <ac:spMkLst>
            <pc:docMk/>
            <pc:sldMk cId="2965596528" sldId="376"/>
            <ac:spMk id="3" creationId="{DE91A810-0CA7-F57F-BEED-BD30EB73904B}"/>
          </ac:spMkLst>
        </pc:spChg>
        <pc:picChg chg="del">
          <ac:chgData name="Nguyen Van Binh" userId="0723e927-8a1a-4aee-aedf-3e87600d6929" providerId="ADAL" clId="{23FC3291-90FC-4912-A4EE-79212CF75B51}" dt="2025-02-27T04:15:50.305" v="4446" actId="478"/>
          <ac:picMkLst>
            <pc:docMk/>
            <pc:sldMk cId="2965596528" sldId="376"/>
            <ac:picMk id="5" creationId="{1562190C-F826-1160-152C-E3BDEFE5CEA6}"/>
          </ac:picMkLst>
        </pc:picChg>
        <pc:picChg chg="add mod modCrop">
          <ac:chgData name="Nguyen Van Binh" userId="0723e927-8a1a-4aee-aedf-3e87600d6929" providerId="ADAL" clId="{23FC3291-90FC-4912-A4EE-79212CF75B51}" dt="2025-02-28T07:34:45.141" v="5961" actId="208"/>
          <ac:picMkLst>
            <pc:docMk/>
            <pc:sldMk cId="2965596528" sldId="376"/>
            <ac:picMk id="6" creationId="{07BF0C79-3930-513A-E399-6E7FF379D3D6}"/>
          </ac:picMkLst>
        </pc:picChg>
        <pc:picChg chg="del">
          <ac:chgData name="Nguyen Van Binh" userId="0723e927-8a1a-4aee-aedf-3e87600d6929" providerId="ADAL" clId="{23FC3291-90FC-4912-A4EE-79212CF75B51}" dt="2025-02-27T04:15:50.922" v="4447" actId="478"/>
          <ac:picMkLst>
            <pc:docMk/>
            <pc:sldMk cId="2965596528" sldId="376"/>
            <ac:picMk id="7" creationId="{C2EE1FA2-AD39-85F2-3CF6-F7217BD9167D}"/>
          </ac:picMkLst>
        </pc:picChg>
        <pc:picChg chg="add mod">
          <ac:chgData name="Nguyen Van Binh" userId="0723e927-8a1a-4aee-aedf-3e87600d6929" providerId="ADAL" clId="{23FC3291-90FC-4912-A4EE-79212CF75B51}" dt="2025-02-28T07:34:45.141" v="5961" actId="208"/>
          <ac:picMkLst>
            <pc:docMk/>
            <pc:sldMk cId="2965596528" sldId="376"/>
            <ac:picMk id="9" creationId="{483E76C2-6B8A-0069-C5A5-9E998FDBEA58}"/>
          </ac:picMkLst>
        </pc:picChg>
      </pc:sldChg>
      <pc:sldChg chg="addSp delSp modSp add del mod">
        <pc:chgData name="Nguyen Van Binh" userId="0723e927-8a1a-4aee-aedf-3e87600d6929" providerId="ADAL" clId="{23FC3291-90FC-4912-A4EE-79212CF75B51}" dt="2025-02-28T07:36:26.151" v="5965" actId="47"/>
        <pc:sldMkLst>
          <pc:docMk/>
          <pc:sldMk cId="3214754734" sldId="377"/>
        </pc:sldMkLst>
        <pc:spChg chg="mod">
          <ac:chgData name="Nguyen Van Binh" userId="0723e927-8a1a-4aee-aedf-3e87600d6929" providerId="ADAL" clId="{23FC3291-90FC-4912-A4EE-79212CF75B51}" dt="2025-02-27T04:18:46.016" v="4517" actId="20577"/>
          <ac:spMkLst>
            <pc:docMk/>
            <pc:sldMk cId="3214754734" sldId="377"/>
            <ac:spMk id="2" creationId="{8E28341C-B577-3B71-AB50-91CD0E234923}"/>
          </ac:spMkLst>
        </pc:spChg>
        <pc:spChg chg="mod">
          <ac:chgData name="Nguyen Van Binh" userId="0723e927-8a1a-4aee-aedf-3e87600d6929" providerId="ADAL" clId="{23FC3291-90FC-4912-A4EE-79212CF75B51}" dt="2025-02-27T04:20:33.087" v="4592" actId="20577"/>
          <ac:spMkLst>
            <pc:docMk/>
            <pc:sldMk cId="3214754734" sldId="377"/>
            <ac:spMk id="3" creationId="{BE3D0187-5D15-C893-5AD5-5606013AB7E5}"/>
          </ac:spMkLst>
        </pc:spChg>
        <pc:picChg chg="add mod">
          <ac:chgData name="Nguyen Van Binh" userId="0723e927-8a1a-4aee-aedf-3e87600d6929" providerId="ADAL" clId="{23FC3291-90FC-4912-A4EE-79212CF75B51}" dt="2025-02-28T07:34:49.573" v="5962" actId="208"/>
          <ac:picMkLst>
            <pc:docMk/>
            <pc:sldMk cId="3214754734" sldId="377"/>
            <ac:picMk id="5" creationId="{2B7ADD61-7D76-7E8A-94B8-1E0AA7A0111A}"/>
          </ac:picMkLst>
        </pc:picChg>
        <pc:picChg chg="del">
          <ac:chgData name="Nguyen Van Binh" userId="0723e927-8a1a-4aee-aedf-3e87600d6929" providerId="ADAL" clId="{23FC3291-90FC-4912-A4EE-79212CF75B51}" dt="2025-02-27T04:18:51.393" v="4518" actId="478"/>
          <ac:picMkLst>
            <pc:docMk/>
            <pc:sldMk cId="3214754734" sldId="377"/>
            <ac:picMk id="6" creationId="{3A511F68-5216-99C1-E129-A45EC5A77AE3}"/>
          </ac:picMkLst>
        </pc:picChg>
        <pc:picChg chg="del">
          <ac:chgData name="Nguyen Van Binh" userId="0723e927-8a1a-4aee-aedf-3e87600d6929" providerId="ADAL" clId="{23FC3291-90FC-4912-A4EE-79212CF75B51}" dt="2025-02-27T04:18:52.252" v="4519" actId="478"/>
          <ac:picMkLst>
            <pc:docMk/>
            <pc:sldMk cId="3214754734" sldId="377"/>
            <ac:picMk id="9" creationId="{04DBE733-B2A3-5EEC-961A-628359824CE4}"/>
          </ac:picMkLst>
        </pc:picChg>
      </pc:sldChg>
      <pc:sldChg chg="modSp add del mod">
        <pc:chgData name="Nguyen Van Binh" userId="0723e927-8a1a-4aee-aedf-3e87600d6929" providerId="ADAL" clId="{23FC3291-90FC-4912-A4EE-79212CF75B51}" dt="2025-02-28T07:36:26.151" v="5965" actId="47"/>
        <pc:sldMkLst>
          <pc:docMk/>
          <pc:sldMk cId="1098631785" sldId="378"/>
        </pc:sldMkLst>
        <pc:spChg chg="mod">
          <ac:chgData name="Nguyen Van Binh" userId="0723e927-8a1a-4aee-aedf-3e87600d6929" providerId="ADAL" clId="{23FC3291-90FC-4912-A4EE-79212CF75B51}" dt="2025-02-27T04:27:04.504" v="4647" actId="20577"/>
          <ac:spMkLst>
            <pc:docMk/>
            <pc:sldMk cId="1098631785" sldId="378"/>
            <ac:spMk id="4" creationId="{C7B6BBA1-D609-47F2-0038-732B09C65D0F}"/>
          </ac:spMkLst>
        </pc:spChg>
      </pc:sldChg>
      <pc:sldChg chg="addSp delSp modSp add del mod">
        <pc:chgData name="Nguyen Van Binh" userId="0723e927-8a1a-4aee-aedf-3e87600d6929" providerId="ADAL" clId="{23FC3291-90FC-4912-A4EE-79212CF75B51}" dt="2025-02-28T07:36:26.151" v="5965" actId="47"/>
        <pc:sldMkLst>
          <pc:docMk/>
          <pc:sldMk cId="719975459" sldId="379"/>
        </pc:sldMkLst>
        <pc:spChg chg="mod">
          <ac:chgData name="Nguyen Van Binh" userId="0723e927-8a1a-4aee-aedf-3e87600d6929" providerId="ADAL" clId="{23FC3291-90FC-4912-A4EE-79212CF75B51}" dt="2025-02-27T04:35:23.518" v="4682" actId="20577"/>
          <ac:spMkLst>
            <pc:docMk/>
            <pc:sldMk cId="719975459" sldId="379"/>
            <ac:spMk id="2" creationId="{579797FA-2806-1F50-5338-6021E7F773F2}"/>
          </ac:spMkLst>
        </pc:spChg>
        <pc:spChg chg="mod">
          <ac:chgData name="Nguyen Van Binh" userId="0723e927-8a1a-4aee-aedf-3e87600d6929" providerId="ADAL" clId="{23FC3291-90FC-4912-A4EE-79212CF75B51}" dt="2025-02-27T04:38:59.898" v="5028" actId="20577"/>
          <ac:spMkLst>
            <pc:docMk/>
            <pc:sldMk cId="719975459" sldId="379"/>
            <ac:spMk id="3" creationId="{79EA75F8-990B-915E-3660-B38FD0740D68}"/>
          </ac:spMkLst>
        </pc:spChg>
        <pc:picChg chg="del">
          <ac:chgData name="Nguyen Van Binh" userId="0723e927-8a1a-4aee-aedf-3e87600d6929" providerId="ADAL" clId="{23FC3291-90FC-4912-A4EE-79212CF75B51}" dt="2025-02-27T04:35:07.489" v="4649" actId="478"/>
          <ac:picMkLst>
            <pc:docMk/>
            <pc:sldMk cId="719975459" sldId="379"/>
            <ac:picMk id="5" creationId="{6727BFAA-28A1-FA2C-E37E-BA959E78C172}"/>
          </ac:picMkLst>
        </pc:picChg>
        <pc:picChg chg="del">
          <ac:chgData name="Nguyen Van Binh" userId="0723e927-8a1a-4aee-aedf-3e87600d6929" providerId="ADAL" clId="{23FC3291-90FC-4912-A4EE-79212CF75B51}" dt="2025-02-27T04:35:06.762" v="4648" actId="478"/>
          <ac:picMkLst>
            <pc:docMk/>
            <pc:sldMk cId="719975459" sldId="379"/>
            <ac:picMk id="7" creationId="{AD573FEA-2A39-E8CE-A707-83D2B38FDDF1}"/>
          </ac:picMkLst>
        </pc:picChg>
        <pc:picChg chg="add mod">
          <ac:chgData name="Nguyen Van Binh" userId="0723e927-8a1a-4aee-aedf-3e87600d6929" providerId="ADAL" clId="{23FC3291-90FC-4912-A4EE-79212CF75B51}" dt="2025-02-28T07:34:55.745" v="5963" actId="208"/>
          <ac:picMkLst>
            <pc:docMk/>
            <pc:sldMk cId="719975459" sldId="379"/>
            <ac:picMk id="1026" creationId="{A1EFC15E-FA16-01B9-C37A-87525A728693}"/>
          </ac:picMkLst>
        </pc:picChg>
      </pc:sldChg>
      <pc:sldChg chg="addSp delSp modSp add del mod">
        <pc:chgData name="Nguyen Van Binh" userId="0723e927-8a1a-4aee-aedf-3e87600d6929" providerId="ADAL" clId="{23FC3291-90FC-4912-A4EE-79212CF75B51}" dt="2025-02-28T07:36:26.151" v="5965" actId="47"/>
        <pc:sldMkLst>
          <pc:docMk/>
          <pc:sldMk cId="3992105509" sldId="380"/>
        </pc:sldMkLst>
        <pc:spChg chg="mod">
          <ac:chgData name="Nguyen Van Binh" userId="0723e927-8a1a-4aee-aedf-3e87600d6929" providerId="ADAL" clId="{23FC3291-90FC-4912-A4EE-79212CF75B51}" dt="2025-02-27T07:44:13.347" v="5052" actId="20577"/>
          <ac:spMkLst>
            <pc:docMk/>
            <pc:sldMk cId="3992105509" sldId="380"/>
            <ac:spMk id="2" creationId="{6107E079-837A-3FE4-BF4B-854ACBD6B94F}"/>
          </ac:spMkLst>
        </pc:spChg>
        <pc:spChg chg="mod">
          <ac:chgData name="Nguyen Van Binh" userId="0723e927-8a1a-4aee-aedf-3e87600d6929" providerId="ADAL" clId="{23FC3291-90FC-4912-A4EE-79212CF75B51}" dt="2025-02-27T07:45:32.643" v="5303" actId="20577"/>
          <ac:spMkLst>
            <pc:docMk/>
            <pc:sldMk cId="3992105509" sldId="380"/>
            <ac:spMk id="3" creationId="{94A97F0C-066A-83E3-C16E-FA4373942629}"/>
          </ac:spMkLst>
        </pc:spChg>
        <pc:spChg chg="add del">
          <ac:chgData name="Nguyen Van Binh" userId="0723e927-8a1a-4aee-aedf-3e87600d6929" providerId="ADAL" clId="{23FC3291-90FC-4912-A4EE-79212CF75B51}" dt="2025-02-27T07:43:07.646" v="5032" actId="22"/>
          <ac:spMkLst>
            <pc:docMk/>
            <pc:sldMk cId="3992105509" sldId="380"/>
            <ac:spMk id="5" creationId="{A8D70CB9-E97A-DD6D-B36F-D5D6F7EBAA26}"/>
          </ac:spMkLst>
        </pc:spChg>
        <pc:picChg chg="add mod">
          <ac:chgData name="Nguyen Van Binh" userId="0723e927-8a1a-4aee-aedf-3e87600d6929" providerId="ADAL" clId="{23FC3291-90FC-4912-A4EE-79212CF75B51}" dt="2025-02-28T07:35:02.586" v="5964" actId="1076"/>
          <ac:picMkLst>
            <pc:docMk/>
            <pc:sldMk cId="3992105509" sldId="380"/>
            <ac:picMk id="7" creationId="{AF6449C0-0424-8C18-6FB3-98AF6108326C}"/>
          </ac:picMkLst>
        </pc:picChg>
        <pc:picChg chg="del">
          <ac:chgData name="Nguyen Van Binh" userId="0723e927-8a1a-4aee-aedf-3e87600d6929" providerId="ADAL" clId="{23FC3291-90FC-4912-A4EE-79212CF75B51}" dt="2025-02-27T06:20:39.370" v="5030" actId="478"/>
          <ac:picMkLst>
            <pc:docMk/>
            <pc:sldMk cId="3992105509" sldId="380"/>
            <ac:picMk id="1026" creationId="{36C4C8C8-4E76-D0A7-ACEC-B841F30B109C}"/>
          </ac:picMkLst>
        </pc:picChg>
      </pc:sldChg>
      <pc:sldChg chg="addSp delSp modSp add del mod modClrScheme chgLayout">
        <pc:chgData name="Nguyen Van Binh" userId="0723e927-8a1a-4aee-aedf-3e87600d6929" providerId="ADAL" clId="{23FC3291-90FC-4912-A4EE-79212CF75B51}" dt="2025-02-28T07:36:26.151" v="5965" actId="47"/>
        <pc:sldMkLst>
          <pc:docMk/>
          <pc:sldMk cId="885889509" sldId="381"/>
        </pc:sldMkLst>
        <pc:spChg chg="mod">
          <ac:chgData name="Nguyen Van Binh" userId="0723e927-8a1a-4aee-aedf-3e87600d6929" providerId="ADAL" clId="{23FC3291-90FC-4912-A4EE-79212CF75B51}" dt="2025-02-27T08:20:07.527" v="5377" actId="20577"/>
          <ac:spMkLst>
            <pc:docMk/>
            <pc:sldMk cId="885889509" sldId="381"/>
            <ac:spMk id="2" creationId="{121124AB-0577-18BA-F526-A1C9FAED6F7A}"/>
          </ac:spMkLst>
        </pc:spChg>
        <pc:spChg chg="mod ord">
          <ac:chgData name="Nguyen Van Binh" userId="0723e927-8a1a-4aee-aedf-3e87600d6929" providerId="ADAL" clId="{23FC3291-90FC-4912-A4EE-79212CF75B51}" dt="2025-02-27T08:20:23.132" v="5463" actId="20577"/>
          <ac:spMkLst>
            <pc:docMk/>
            <pc:sldMk cId="885889509" sldId="381"/>
            <ac:spMk id="3" creationId="{589DB639-0EEB-8FC3-05DA-9AE3E66D1298}"/>
          </ac:spMkLst>
        </pc:spChg>
        <pc:picChg chg="add mod">
          <ac:chgData name="Nguyen Van Binh" userId="0723e927-8a1a-4aee-aedf-3e87600d6929" providerId="ADAL" clId="{23FC3291-90FC-4912-A4EE-79212CF75B51}" dt="2025-02-27T08:20:27.270" v="5464" actId="1076"/>
          <ac:picMkLst>
            <pc:docMk/>
            <pc:sldMk cId="885889509" sldId="381"/>
            <ac:picMk id="5" creationId="{87A43AFC-67C8-293B-F73F-47098C7D8F82}"/>
          </ac:picMkLst>
        </pc:picChg>
        <pc:picChg chg="del">
          <ac:chgData name="Nguyen Van Binh" userId="0723e927-8a1a-4aee-aedf-3e87600d6929" providerId="ADAL" clId="{23FC3291-90FC-4912-A4EE-79212CF75B51}" dt="2025-02-27T07:45:53.064" v="5308" actId="478"/>
          <ac:picMkLst>
            <pc:docMk/>
            <pc:sldMk cId="885889509" sldId="381"/>
            <ac:picMk id="7" creationId="{EFB5BF40-8619-D563-8607-A5CE890C24FB}"/>
          </ac:picMkLst>
        </pc:picChg>
      </pc:sldChg>
      <pc:sldChg chg="addSp delSp modSp add del mod">
        <pc:chgData name="Nguyen Van Binh" userId="0723e927-8a1a-4aee-aedf-3e87600d6929" providerId="ADAL" clId="{23FC3291-90FC-4912-A4EE-79212CF75B51}" dt="2025-02-28T07:36:26.151" v="5965" actId="47"/>
        <pc:sldMkLst>
          <pc:docMk/>
          <pc:sldMk cId="1943308055" sldId="382"/>
        </pc:sldMkLst>
        <pc:spChg chg="mod">
          <ac:chgData name="Nguyen Van Binh" userId="0723e927-8a1a-4aee-aedf-3e87600d6929" providerId="ADAL" clId="{23FC3291-90FC-4912-A4EE-79212CF75B51}" dt="2025-02-27T08:20:40.155" v="5477" actId="20577"/>
          <ac:spMkLst>
            <pc:docMk/>
            <pc:sldMk cId="1943308055" sldId="382"/>
            <ac:spMk id="2" creationId="{D56D22C1-D0F0-73F6-E747-3AE92BF9C72E}"/>
          </ac:spMkLst>
        </pc:spChg>
        <pc:spChg chg="mod">
          <ac:chgData name="Nguyen Van Binh" userId="0723e927-8a1a-4aee-aedf-3e87600d6929" providerId="ADAL" clId="{23FC3291-90FC-4912-A4EE-79212CF75B51}" dt="2025-02-27T14:16:07.244" v="5600" actId="14100"/>
          <ac:spMkLst>
            <pc:docMk/>
            <pc:sldMk cId="1943308055" sldId="382"/>
            <ac:spMk id="3" creationId="{60FDBDFB-A404-8C8D-4F98-0F434DAF74AC}"/>
          </ac:spMkLst>
        </pc:spChg>
        <pc:picChg chg="del">
          <ac:chgData name="Nguyen Van Binh" userId="0723e927-8a1a-4aee-aedf-3e87600d6929" providerId="ADAL" clId="{23FC3291-90FC-4912-A4EE-79212CF75B51}" dt="2025-02-27T08:20:42.824" v="5478" actId="478"/>
          <ac:picMkLst>
            <pc:docMk/>
            <pc:sldMk cId="1943308055" sldId="382"/>
            <ac:picMk id="5" creationId="{7A7FE107-CB6C-48FB-722E-0511380CC401}"/>
          </ac:picMkLst>
        </pc:picChg>
        <pc:picChg chg="add mod">
          <ac:chgData name="Nguyen Van Binh" userId="0723e927-8a1a-4aee-aedf-3e87600d6929" providerId="ADAL" clId="{23FC3291-90FC-4912-A4EE-79212CF75B51}" dt="2025-02-27T14:16:09.559" v="5601" actId="1076"/>
          <ac:picMkLst>
            <pc:docMk/>
            <pc:sldMk cId="1943308055" sldId="382"/>
            <ac:picMk id="6" creationId="{AD4D83CC-C2D6-500D-A20B-32F806C9FE45}"/>
          </ac:picMkLst>
        </pc:picChg>
        <pc:picChg chg="add mod">
          <ac:chgData name="Nguyen Van Binh" userId="0723e927-8a1a-4aee-aedf-3e87600d6929" providerId="ADAL" clId="{23FC3291-90FC-4912-A4EE-79212CF75B51}" dt="2025-02-27T14:16:13.736" v="5602" actId="1076"/>
          <ac:picMkLst>
            <pc:docMk/>
            <pc:sldMk cId="1943308055" sldId="382"/>
            <ac:picMk id="8" creationId="{1646223E-EDC5-AE2D-D473-2436441CA8A7}"/>
          </ac:picMkLst>
        </pc:picChg>
      </pc:sldChg>
      <pc:sldChg chg="addSp delSp modSp add del mod">
        <pc:chgData name="Nguyen Van Binh" userId="0723e927-8a1a-4aee-aedf-3e87600d6929" providerId="ADAL" clId="{23FC3291-90FC-4912-A4EE-79212CF75B51}" dt="2025-02-28T07:36:26.151" v="5965" actId="47"/>
        <pc:sldMkLst>
          <pc:docMk/>
          <pc:sldMk cId="3695791045" sldId="383"/>
        </pc:sldMkLst>
        <pc:spChg chg="mod">
          <ac:chgData name="Nguyen Van Binh" userId="0723e927-8a1a-4aee-aedf-3e87600d6929" providerId="ADAL" clId="{23FC3291-90FC-4912-A4EE-79212CF75B51}" dt="2025-02-27T08:23:37.534" v="5579" actId="20577"/>
          <ac:spMkLst>
            <pc:docMk/>
            <pc:sldMk cId="3695791045" sldId="383"/>
            <ac:spMk id="2" creationId="{D2A8202F-0159-7122-6905-855E22F87D4A}"/>
          </ac:spMkLst>
        </pc:spChg>
        <pc:spChg chg="mod">
          <ac:chgData name="Nguyen Van Binh" userId="0723e927-8a1a-4aee-aedf-3e87600d6929" providerId="ADAL" clId="{23FC3291-90FC-4912-A4EE-79212CF75B51}" dt="2025-02-27T14:24:04.768" v="5708" actId="14100"/>
          <ac:spMkLst>
            <pc:docMk/>
            <pc:sldMk cId="3695791045" sldId="383"/>
            <ac:spMk id="3" creationId="{D0D9E55A-6430-9F9E-2E93-AE7BB43C7308}"/>
          </ac:spMkLst>
        </pc:spChg>
        <pc:picChg chg="add mod">
          <ac:chgData name="Nguyen Van Binh" userId="0723e927-8a1a-4aee-aedf-3e87600d6929" providerId="ADAL" clId="{23FC3291-90FC-4912-A4EE-79212CF75B51}" dt="2025-02-27T14:19:25.759" v="5605" actId="1076"/>
          <ac:picMkLst>
            <pc:docMk/>
            <pc:sldMk cId="3695791045" sldId="383"/>
            <ac:picMk id="5" creationId="{F4AD7619-4C43-65C1-951D-C3A6A9A13F63}"/>
          </ac:picMkLst>
        </pc:picChg>
        <pc:picChg chg="del">
          <ac:chgData name="Nguyen Van Binh" userId="0723e927-8a1a-4aee-aedf-3e87600d6929" providerId="ADAL" clId="{23FC3291-90FC-4912-A4EE-79212CF75B51}" dt="2025-02-27T08:23:22.280" v="5550" actId="478"/>
          <ac:picMkLst>
            <pc:docMk/>
            <pc:sldMk cId="3695791045" sldId="383"/>
            <ac:picMk id="6" creationId="{CF7F7F6B-07FD-25C2-C157-76595428310C}"/>
          </ac:picMkLst>
        </pc:picChg>
        <pc:picChg chg="add del mod">
          <ac:chgData name="Nguyen Van Binh" userId="0723e927-8a1a-4aee-aedf-3e87600d6929" providerId="ADAL" clId="{23FC3291-90FC-4912-A4EE-79212CF75B51}" dt="2025-02-27T14:23:11.986" v="5612" actId="478"/>
          <ac:picMkLst>
            <pc:docMk/>
            <pc:sldMk cId="3695791045" sldId="383"/>
            <ac:picMk id="7" creationId="{8A583B34-3333-191A-30B4-7D4C9795FE84}"/>
          </ac:picMkLst>
        </pc:picChg>
        <pc:picChg chg="del">
          <ac:chgData name="Nguyen Van Binh" userId="0723e927-8a1a-4aee-aedf-3e87600d6929" providerId="ADAL" clId="{23FC3291-90FC-4912-A4EE-79212CF75B51}" dt="2025-02-27T08:23:22.872" v="5551" actId="478"/>
          <ac:picMkLst>
            <pc:docMk/>
            <pc:sldMk cId="3695791045" sldId="383"/>
            <ac:picMk id="8" creationId="{DE889802-7F31-2635-555F-9D04AFC2EE96}"/>
          </ac:picMkLst>
        </pc:picChg>
        <pc:picChg chg="add mod">
          <ac:chgData name="Nguyen Van Binh" userId="0723e927-8a1a-4aee-aedf-3e87600d6929" providerId="ADAL" clId="{23FC3291-90FC-4912-A4EE-79212CF75B51}" dt="2025-02-27T14:23:15.800" v="5614" actId="1076"/>
          <ac:picMkLst>
            <pc:docMk/>
            <pc:sldMk cId="3695791045" sldId="383"/>
            <ac:picMk id="9" creationId="{AFFA821C-E70B-39E2-8580-BB2805E03886}"/>
          </ac:picMkLst>
        </pc:picChg>
      </pc:sldChg>
      <pc:sldChg chg="addSp delSp modSp add del mod">
        <pc:chgData name="Nguyen Van Binh" userId="0723e927-8a1a-4aee-aedf-3e87600d6929" providerId="ADAL" clId="{23FC3291-90FC-4912-A4EE-79212CF75B51}" dt="2025-02-28T07:36:26.151" v="5965" actId="47"/>
        <pc:sldMkLst>
          <pc:docMk/>
          <pc:sldMk cId="273584556" sldId="384"/>
        </pc:sldMkLst>
        <pc:spChg chg="mod">
          <ac:chgData name="Nguyen Van Binh" userId="0723e927-8a1a-4aee-aedf-3e87600d6929" providerId="ADAL" clId="{23FC3291-90FC-4912-A4EE-79212CF75B51}" dt="2025-02-27T14:25:02.880" v="5807" actId="20577"/>
          <ac:spMkLst>
            <pc:docMk/>
            <pc:sldMk cId="273584556" sldId="384"/>
            <ac:spMk id="2" creationId="{D40C8D7A-3E8B-454D-F0B6-7AB2AE2BA5EC}"/>
          </ac:spMkLst>
        </pc:spChg>
        <pc:spChg chg="mod">
          <ac:chgData name="Nguyen Van Binh" userId="0723e927-8a1a-4aee-aedf-3e87600d6929" providerId="ADAL" clId="{23FC3291-90FC-4912-A4EE-79212CF75B51}" dt="2025-02-27T14:30:06.530" v="5845" actId="20577"/>
          <ac:spMkLst>
            <pc:docMk/>
            <pc:sldMk cId="273584556" sldId="384"/>
            <ac:spMk id="3" creationId="{8B384785-FE17-2792-2BCD-B1A7FEB22F35}"/>
          </ac:spMkLst>
        </pc:spChg>
        <pc:picChg chg="del">
          <ac:chgData name="Nguyen Van Binh" userId="0723e927-8a1a-4aee-aedf-3e87600d6929" providerId="ADAL" clId="{23FC3291-90FC-4912-A4EE-79212CF75B51}" dt="2025-02-27T14:24:17.710" v="5710" actId="478"/>
          <ac:picMkLst>
            <pc:docMk/>
            <pc:sldMk cId="273584556" sldId="384"/>
            <ac:picMk id="5" creationId="{8886BD5B-0401-3A9D-AAD3-8883C7FDD6F8}"/>
          </ac:picMkLst>
        </pc:picChg>
        <pc:picChg chg="add mod">
          <ac:chgData name="Nguyen Van Binh" userId="0723e927-8a1a-4aee-aedf-3e87600d6929" providerId="ADAL" clId="{23FC3291-90FC-4912-A4EE-79212CF75B51}" dt="2025-02-27T14:30:10.410" v="5847" actId="1076"/>
          <ac:picMkLst>
            <pc:docMk/>
            <pc:sldMk cId="273584556" sldId="384"/>
            <ac:picMk id="6" creationId="{A0D83E7E-2654-7B7E-52C7-B295BC0146CD}"/>
          </ac:picMkLst>
        </pc:picChg>
        <pc:picChg chg="add mod">
          <ac:chgData name="Nguyen Van Binh" userId="0723e927-8a1a-4aee-aedf-3e87600d6929" providerId="ADAL" clId="{23FC3291-90FC-4912-A4EE-79212CF75B51}" dt="2025-02-27T14:30:11.010" v="5848" actId="1076"/>
          <ac:picMkLst>
            <pc:docMk/>
            <pc:sldMk cId="273584556" sldId="384"/>
            <ac:picMk id="8" creationId="{872B8A83-31D0-2462-31DA-B90EE0410A3A}"/>
          </ac:picMkLst>
        </pc:picChg>
        <pc:picChg chg="del">
          <ac:chgData name="Nguyen Van Binh" userId="0723e927-8a1a-4aee-aedf-3e87600d6929" providerId="ADAL" clId="{23FC3291-90FC-4912-A4EE-79212CF75B51}" dt="2025-02-27T14:24:18.540" v="5711" actId="478"/>
          <ac:picMkLst>
            <pc:docMk/>
            <pc:sldMk cId="273584556" sldId="384"/>
            <ac:picMk id="9" creationId="{10D4FE83-DD38-2BB0-0749-39F27703E492}"/>
          </ac:picMkLst>
        </pc:picChg>
      </pc:sldChg>
      <pc:sldChg chg="addSp delSp modSp add del mod">
        <pc:chgData name="Nguyen Van Binh" userId="0723e927-8a1a-4aee-aedf-3e87600d6929" providerId="ADAL" clId="{23FC3291-90FC-4912-A4EE-79212CF75B51}" dt="2025-02-28T07:36:26.151" v="5965" actId="47"/>
        <pc:sldMkLst>
          <pc:docMk/>
          <pc:sldMk cId="3186977064" sldId="385"/>
        </pc:sldMkLst>
        <pc:spChg chg="mod">
          <ac:chgData name="Nguyen Van Binh" userId="0723e927-8a1a-4aee-aedf-3e87600d6929" providerId="ADAL" clId="{23FC3291-90FC-4912-A4EE-79212CF75B51}" dt="2025-02-27T14:30:42.830" v="5894" actId="20577"/>
          <ac:spMkLst>
            <pc:docMk/>
            <pc:sldMk cId="3186977064" sldId="385"/>
            <ac:spMk id="2" creationId="{4A7BE657-0944-B6BA-0796-8829FDD53208}"/>
          </ac:spMkLst>
        </pc:spChg>
        <pc:spChg chg="mod">
          <ac:chgData name="Nguyen Van Binh" userId="0723e927-8a1a-4aee-aedf-3e87600d6929" providerId="ADAL" clId="{23FC3291-90FC-4912-A4EE-79212CF75B51}" dt="2025-02-27T14:33:14.731" v="5933" actId="20577"/>
          <ac:spMkLst>
            <pc:docMk/>
            <pc:sldMk cId="3186977064" sldId="385"/>
            <ac:spMk id="3" creationId="{42E208D0-1847-1E06-F56C-BFC80EC8FBF6}"/>
          </ac:spMkLst>
        </pc:spChg>
        <pc:picChg chg="add mod">
          <ac:chgData name="Nguyen Van Binh" userId="0723e927-8a1a-4aee-aedf-3e87600d6929" providerId="ADAL" clId="{23FC3291-90FC-4912-A4EE-79212CF75B51}" dt="2025-02-27T14:33:02.479" v="5905" actId="1076"/>
          <ac:picMkLst>
            <pc:docMk/>
            <pc:sldMk cId="3186977064" sldId="385"/>
            <ac:picMk id="5" creationId="{C3531947-80EC-9F14-DDD0-D2CC51AB2021}"/>
          </ac:picMkLst>
        </pc:picChg>
        <pc:picChg chg="del">
          <ac:chgData name="Nguyen Van Binh" userId="0723e927-8a1a-4aee-aedf-3e87600d6929" providerId="ADAL" clId="{23FC3291-90FC-4912-A4EE-79212CF75B51}" dt="2025-02-27T14:30:47.140" v="5896" actId="478"/>
          <ac:picMkLst>
            <pc:docMk/>
            <pc:sldMk cId="3186977064" sldId="385"/>
            <ac:picMk id="6" creationId="{193EECFC-F26A-3EF1-FB3F-F5BA73D39796}"/>
          </ac:picMkLst>
        </pc:picChg>
        <pc:picChg chg="del">
          <ac:chgData name="Nguyen Van Binh" userId="0723e927-8a1a-4aee-aedf-3e87600d6929" providerId="ADAL" clId="{23FC3291-90FC-4912-A4EE-79212CF75B51}" dt="2025-02-27T14:30:46.237" v="5895" actId="478"/>
          <ac:picMkLst>
            <pc:docMk/>
            <pc:sldMk cId="3186977064" sldId="385"/>
            <ac:picMk id="8" creationId="{A7F972F9-15EE-B133-0E84-00A259059F7D}"/>
          </ac:picMkLst>
        </pc:picChg>
        <pc:picChg chg="add mod">
          <ac:chgData name="Nguyen Van Binh" userId="0723e927-8a1a-4aee-aedf-3e87600d6929" providerId="ADAL" clId="{23FC3291-90FC-4912-A4EE-79212CF75B51}" dt="2025-02-27T14:33:03.519" v="5906" actId="1076"/>
          <ac:picMkLst>
            <pc:docMk/>
            <pc:sldMk cId="3186977064" sldId="385"/>
            <ac:picMk id="9" creationId="{34CD7127-D66A-5C89-910F-49B701DF543B}"/>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041DB8-B66F-4DC8-A96E-33677E0F90FF}" type="datetimeFigureOut">
              <a:rPr lang="en-US" smtClean="0"/>
              <a:t>2/28/2025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04A0D4-B89B-4ADD-AF9E-38636B40EE4E}" type="slidenum">
              <a:rPr lang="en-US" smtClean="0"/>
              <a:t>‹#›</a:t>
            </a:fld>
            <a:endParaRPr lang="en-US"/>
          </a:p>
        </p:txBody>
      </p:sp>
    </p:spTree>
    <p:extLst>
      <p:ext uri="{BB962C8B-B14F-4D97-AF65-F5344CB8AC3E}">
        <p14:creationId xmlns:p14="http://schemas.microsoft.com/office/powerpoint/2010/main" val="42473891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B49C4A-65AC-492D-9701-81B46C3AD0E4}" type="datetimeFigureOut">
              <a:rPr lang="en-US" smtClean="0"/>
              <a:t>2/28/2025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869989-EB00-4EE7-BCB5-25BDC5BB29F8}" type="slidenum">
              <a:rPr lang="en-US" smtClean="0"/>
              <a:t>‹#›</a:t>
            </a:fld>
            <a:endParaRPr lang="en-US"/>
          </a:p>
        </p:txBody>
      </p:sp>
    </p:spTree>
    <p:extLst>
      <p:ext uri="{BB962C8B-B14F-4D97-AF65-F5344CB8AC3E}">
        <p14:creationId xmlns:p14="http://schemas.microsoft.com/office/powerpoint/2010/main" val="2193636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2869989-EB00-4EE7-BCB5-25BDC5BB29F8}" type="slidenum">
              <a:rPr lang="en-US" smtClean="0"/>
              <a:t>3</a:t>
            </a:fld>
            <a:endParaRPr lang="en-US"/>
          </a:p>
        </p:txBody>
      </p:sp>
    </p:spTree>
    <p:extLst>
      <p:ext uri="{BB962C8B-B14F-4D97-AF65-F5344CB8AC3E}">
        <p14:creationId xmlns:p14="http://schemas.microsoft.com/office/powerpoint/2010/main" val="1980303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335AD-D010-AADF-3022-91BB040B29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D91FCF-5D3D-04D8-B3F4-189D0A3781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B6F57C-8A72-0D9C-67D9-1D004160F80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706CB97-A263-D063-8505-C807C23DC524}"/>
              </a:ext>
            </a:extLst>
          </p:cNvPr>
          <p:cNvSpPr>
            <a:spLocks noGrp="1"/>
          </p:cNvSpPr>
          <p:nvPr>
            <p:ph type="sldNum" sz="quarter" idx="10"/>
          </p:nvPr>
        </p:nvSpPr>
        <p:spPr/>
        <p:txBody>
          <a:bodyPr/>
          <a:lstStyle/>
          <a:p>
            <a:fld id="{82869989-EB00-4EE7-BCB5-25BDC5BB29F8}" type="slidenum">
              <a:rPr lang="en-US" smtClean="0"/>
              <a:t>4</a:t>
            </a:fld>
            <a:endParaRPr lang="en-US"/>
          </a:p>
        </p:txBody>
      </p:sp>
    </p:spTree>
    <p:extLst>
      <p:ext uri="{BB962C8B-B14F-4D97-AF65-F5344CB8AC3E}">
        <p14:creationId xmlns:p14="http://schemas.microsoft.com/office/powerpoint/2010/main" val="25490693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EF613-F2B6-4492-B07A-07CCE95E58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EA5CA7-2B79-C063-32D9-99E41C5E2D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C34013-E715-3CB8-06B2-11D0B42F478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3F4096E-2894-91CF-870C-F865702109AB}"/>
              </a:ext>
            </a:extLst>
          </p:cNvPr>
          <p:cNvSpPr>
            <a:spLocks noGrp="1"/>
          </p:cNvSpPr>
          <p:nvPr>
            <p:ph type="sldNum" sz="quarter" idx="10"/>
          </p:nvPr>
        </p:nvSpPr>
        <p:spPr/>
        <p:txBody>
          <a:bodyPr/>
          <a:lstStyle/>
          <a:p>
            <a:fld id="{82869989-EB00-4EE7-BCB5-25BDC5BB29F8}" type="slidenum">
              <a:rPr lang="en-US" smtClean="0"/>
              <a:t>5</a:t>
            </a:fld>
            <a:endParaRPr lang="en-US"/>
          </a:p>
        </p:txBody>
      </p:sp>
    </p:spTree>
    <p:extLst>
      <p:ext uri="{BB962C8B-B14F-4D97-AF65-F5344CB8AC3E}">
        <p14:creationId xmlns:p14="http://schemas.microsoft.com/office/powerpoint/2010/main" val="30039487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77FC9-F701-AE78-CAE8-879C137771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14795E-A6FF-0470-76AF-FEA039FC9C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C689E9-E13E-AAA1-FF94-2CC699EB3C7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4DC3CCB-61DD-4F40-FF75-1FC4ADC6C534}"/>
              </a:ext>
            </a:extLst>
          </p:cNvPr>
          <p:cNvSpPr>
            <a:spLocks noGrp="1"/>
          </p:cNvSpPr>
          <p:nvPr>
            <p:ph type="sldNum" sz="quarter" idx="10"/>
          </p:nvPr>
        </p:nvSpPr>
        <p:spPr/>
        <p:txBody>
          <a:bodyPr/>
          <a:lstStyle/>
          <a:p>
            <a:fld id="{82869989-EB00-4EE7-BCB5-25BDC5BB29F8}" type="slidenum">
              <a:rPr lang="en-US" smtClean="0"/>
              <a:t>6</a:t>
            </a:fld>
            <a:endParaRPr lang="en-US"/>
          </a:p>
        </p:txBody>
      </p:sp>
    </p:spTree>
    <p:extLst>
      <p:ext uri="{BB962C8B-B14F-4D97-AF65-F5344CB8AC3E}">
        <p14:creationId xmlns:p14="http://schemas.microsoft.com/office/powerpoint/2010/main" val="9853961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D1DAE-3499-4BC1-9CDE-4F0A72543B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EE3518-D212-606C-D8C9-E9F7BB93F1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246734-591C-9F0B-8FE9-6F8194CA57C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C10C819-7D8E-B037-5E02-4C33126911F5}"/>
              </a:ext>
            </a:extLst>
          </p:cNvPr>
          <p:cNvSpPr>
            <a:spLocks noGrp="1"/>
          </p:cNvSpPr>
          <p:nvPr>
            <p:ph type="sldNum" sz="quarter" idx="10"/>
          </p:nvPr>
        </p:nvSpPr>
        <p:spPr/>
        <p:txBody>
          <a:bodyPr/>
          <a:lstStyle/>
          <a:p>
            <a:fld id="{82869989-EB00-4EE7-BCB5-25BDC5BB29F8}" type="slidenum">
              <a:rPr lang="en-US" smtClean="0"/>
              <a:t>7</a:t>
            </a:fld>
            <a:endParaRPr lang="en-US"/>
          </a:p>
        </p:txBody>
      </p:sp>
    </p:spTree>
    <p:extLst>
      <p:ext uri="{BB962C8B-B14F-4D97-AF65-F5344CB8AC3E}">
        <p14:creationId xmlns:p14="http://schemas.microsoft.com/office/powerpoint/2010/main" val="9885497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A34FA-3AE7-7FD4-FF13-639831C195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5214A5-C09F-02B5-12DE-6A050199F3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FC0CED-387E-28F9-BD86-C7C16228757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A0DE3B6-ED52-79CF-64D6-CA3671B991A0}"/>
              </a:ext>
            </a:extLst>
          </p:cNvPr>
          <p:cNvSpPr>
            <a:spLocks noGrp="1"/>
          </p:cNvSpPr>
          <p:nvPr>
            <p:ph type="sldNum" sz="quarter" idx="10"/>
          </p:nvPr>
        </p:nvSpPr>
        <p:spPr/>
        <p:txBody>
          <a:bodyPr/>
          <a:lstStyle/>
          <a:p>
            <a:fld id="{82869989-EB00-4EE7-BCB5-25BDC5BB29F8}" type="slidenum">
              <a:rPr lang="en-US" smtClean="0"/>
              <a:t>9</a:t>
            </a:fld>
            <a:endParaRPr lang="en-US"/>
          </a:p>
        </p:txBody>
      </p:sp>
    </p:spTree>
    <p:extLst>
      <p:ext uri="{BB962C8B-B14F-4D97-AF65-F5344CB8AC3E}">
        <p14:creationId xmlns:p14="http://schemas.microsoft.com/office/powerpoint/2010/main" val="10392568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912A7-B1EE-3431-C14D-4C83F2B118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DAE590-F4D1-8637-787C-8FBF83A46A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D6318D-76F0-1011-D0B1-92B72AF7863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A1480F-BBE4-F10C-F4B7-451D4D4D8DFB}"/>
              </a:ext>
            </a:extLst>
          </p:cNvPr>
          <p:cNvSpPr>
            <a:spLocks noGrp="1"/>
          </p:cNvSpPr>
          <p:nvPr>
            <p:ph type="sldNum" sz="quarter" idx="10"/>
          </p:nvPr>
        </p:nvSpPr>
        <p:spPr/>
        <p:txBody>
          <a:bodyPr/>
          <a:lstStyle/>
          <a:p>
            <a:fld id="{82869989-EB00-4EE7-BCB5-25BDC5BB29F8}" type="slidenum">
              <a:rPr lang="en-US" smtClean="0"/>
              <a:t>10</a:t>
            </a:fld>
            <a:endParaRPr lang="en-US"/>
          </a:p>
        </p:txBody>
      </p:sp>
    </p:spTree>
    <p:extLst>
      <p:ext uri="{BB962C8B-B14F-4D97-AF65-F5344CB8AC3E}">
        <p14:creationId xmlns:p14="http://schemas.microsoft.com/office/powerpoint/2010/main" val="38555226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DBB80-CA0F-C599-087C-C8D964B3B9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3FE1C9-98E9-C6B2-D8E8-32934AF79F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43C003-C75F-61FF-C42E-F7C7ECBAE53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959AAC4-BC8E-D32A-CCB8-547DCAFD7D7D}"/>
              </a:ext>
            </a:extLst>
          </p:cNvPr>
          <p:cNvSpPr>
            <a:spLocks noGrp="1"/>
          </p:cNvSpPr>
          <p:nvPr>
            <p:ph type="sldNum" sz="quarter" idx="10"/>
          </p:nvPr>
        </p:nvSpPr>
        <p:spPr/>
        <p:txBody>
          <a:bodyPr/>
          <a:lstStyle/>
          <a:p>
            <a:fld id="{82869989-EB00-4EE7-BCB5-25BDC5BB29F8}" type="slidenum">
              <a:rPr lang="en-US" smtClean="0"/>
              <a:t>11</a:t>
            </a:fld>
            <a:endParaRPr lang="en-US"/>
          </a:p>
        </p:txBody>
      </p:sp>
    </p:spTree>
    <p:extLst>
      <p:ext uri="{BB962C8B-B14F-4D97-AF65-F5344CB8AC3E}">
        <p14:creationId xmlns:p14="http://schemas.microsoft.com/office/powerpoint/2010/main" val="26494840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F4E16-EC2A-552B-9B62-BA5429A32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842977-38C9-FB3B-A7E3-E6A474CF4B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D24264-223D-4079-D99F-995E4E0527A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220A08F-11F2-80AC-5604-4F252209CBF8}"/>
              </a:ext>
            </a:extLst>
          </p:cNvPr>
          <p:cNvSpPr>
            <a:spLocks noGrp="1"/>
          </p:cNvSpPr>
          <p:nvPr>
            <p:ph type="sldNum" sz="quarter" idx="10"/>
          </p:nvPr>
        </p:nvSpPr>
        <p:spPr/>
        <p:txBody>
          <a:bodyPr/>
          <a:lstStyle/>
          <a:p>
            <a:fld id="{82869989-EB00-4EE7-BCB5-25BDC5BB29F8}" type="slidenum">
              <a:rPr lang="en-US" smtClean="0"/>
              <a:t>12</a:t>
            </a:fld>
            <a:endParaRPr lang="en-US"/>
          </a:p>
        </p:txBody>
      </p:sp>
    </p:spTree>
    <p:extLst>
      <p:ext uri="{BB962C8B-B14F-4D97-AF65-F5344CB8AC3E}">
        <p14:creationId xmlns:p14="http://schemas.microsoft.com/office/powerpoint/2010/main" val="40367156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56A24-C0FE-DC6B-AFE2-32159C4723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A8722B-7E64-79B6-D4DD-961E33ABE4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9B6BC8-33D3-8416-7DC2-B53A351522B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C818489-18CD-7D10-5CDD-5C0BE747F255}"/>
              </a:ext>
            </a:extLst>
          </p:cNvPr>
          <p:cNvSpPr>
            <a:spLocks noGrp="1"/>
          </p:cNvSpPr>
          <p:nvPr>
            <p:ph type="sldNum" sz="quarter" idx="10"/>
          </p:nvPr>
        </p:nvSpPr>
        <p:spPr/>
        <p:txBody>
          <a:bodyPr/>
          <a:lstStyle/>
          <a:p>
            <a:fld id="{82869989-EB00-4EE7-BCB5-25BDC5BB29F8}" type="slidenum">
              <a:rPr lang="en-US" smtClean="0"/>
              <a:t>13</a:t>
            </a:fld>
            <a:endParaRPr lang="en-US"/>
          </a:p>
        </p:txBody>
      </p:sp>
    </p:spTree>
    <p:extLst>
      <p:ext uri="{BB962C8B-B14F-4D97-AF65-F5344CB8AC3E}">
        <p14:creationId xmlns:p14="http://schemas.microsoft.com/office/powerpoint/2010/main" val="33005000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330C0-D94F-0BAC-7817-1C98BA1642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2C5878-64DD-B638-330F-D9863E4F91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039060-3B34-65BB-8E8F-781E0650AD8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A32A9C3-BE4F-C59E-044C-E825B52E7817}"/>
              </a:ext>
            </a:extLst>
          </p:cNvPr>
          <p:cNvSpPr>
            <a:spLocks noGrp="1"/>
          </p:cNvSpPr>
          <p:nvPr>
            <p:ph type="sldNum" sz="quarter" idx="10"/>
          </p:nvPr>
        </p:nvSpPr>
        <p:spPr/>
        <p:txBody>
          <a:bodyPr/>
          <a:lstStyle/>
          <a:p>
            <a:fld id="{82869989-EB00-4EE7-BCB5-25BDC5BB29F8}" type="slidenum">
              <a:rPr lang="en-US" smtClean="0"/>
              <a:t>14</a:t>
            </a:fld>
            <a:endParaRPr lang="en-US"/>
          </a:p>
        </p:txBody>
      </p:sp>
    </p:spTree>
    <p:extLst>
      <p:ext uri="{BB962C8B-B14F-4D97-AF65-F5344CB8AC3E}">
        <p14:creationId xmlns:p14="http://schemas.microsoft.com/office/powerpoint/2010/main" val="4849948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171E9-8774-1A12-217C-A03E6E7069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1E88C1-D827-F703-6FD5-0409BDA6F0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CAB55E-4DB3-FE80-61F9-D0B073B172E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C00B56F-D55C-AE0D-8D3F-2FFF82BBD6E1}"/>
              </a:ext>
            </a:extLst>
          </p:cNvPr>
          <p:cNvSpPr>
            <a:spLocks noGrp="1"/>
          </p:cNvSpPr>
          <p:nvPr>
            <p:ph type="sldNum" sz="quarter" idx="10"/>
          </p:nvPr>
        </p:nvSpPr>
        <p:spPr/>
        <p:txBody>
          <a:bodyPr/>
          <a:lstStyle/>
          <a:p>
            <a:fld id="{82869989-EB00-4EE7-BCB5-25BDC5BB29F8}" type="slidenum">
              <a:rPr lang="en-US" smtClean="0"/>
              <a:t>15</a:t>
            </a:fld>
            <a:endParaRPr lang="en-US"/>
          </a:p>
        </p:txBody>
      </p:sp>
    </p:spTree>
    <p:extLst>
      <p:ext uri="{BB962C8B-B14F-4D97-AF65-F5344CB8AC3E}">
        <p14:creationId xmlns:p14="http://schemas.microsoft.com/office/powerpoint/2010/main" val="7626419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58CAB-EC4F-B004-12EB-8C13F00F51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67EF2F-4320-03B3-0EF0-2D36BBD1BD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5491D5-EE20-E938-BAE3-8BA6F8DEBAB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3DA1586-E09C-5FF9-BC1F-9B16048C2A81}"/>
              </a:ext>
            </a:extLst>
          </p:cNvPr>
          <p:cNvSpPr>
            <a:spLocks noGrp="1"/>
          </p:cNvSpPr>
          <p:nvPr>
            <p:ph type="sldNum" sz="quarter" idx="10"/>
          </p:nvPr>
        </p:nvSpPr>
        <p:spPr/>
        <p:txBody>
          <a:bodyPr/>
          <a:lstStyle/>
          <a:p>
            <a:fld id="{82869989-EB00-4EE7-BCB5-25BDC5BB29F8}" type="slidenum">
              <a:rPr lang="en-US" smtClean="0"/>
              <a:t>17</a:t>
            </a:fld>
            <a:endParaRPr lang="en-US"/>
          </a:p>
        </p:txBody>
      </p:sp>
    </p:spTree>
    <p:extLst>
      <p:ext uri="{BB962C8B-B14F-4D97-AF65-F5344CB8AC3E}">
        <p14:creationId xmlns:p14="http://schemas.microsoft.com/office/powerpoint/2010/main" val="41825661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B9D0D-4943-D03F-FB7F-56EAD80F8E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EAF1BB-D7D3-E6A1-8DCF-6BB7734F5E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8B1B0B-2815-162A-FCDF-7525D6F8C4C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BFB3F48-2320-A3C1-1827-80D64709DC67}"/>
              </a:ext>
            </a:extLst>
          </p:cNvPr>
          <p:cNvSpPr>
            <a:spLocks noGrp="1"/>
          </p:cNvSpPr>
          <p:nvPr>
            <p:ph type="sldNum" sz="quarter" idx="10"/>
          </p:nvPr>
        </p:nvSpPr>
        <p:spPr/>
        <p:txBody>
          <a:bodyPr/>
          <a:lstStyle/>
          <a:p>
            <a:fld id="{82869989-EB00-4EE7-BCB5-25BDC5BB29F8}" type="slidenum">
              <a:rPr lang="en-US" smtClean="0"/>
              <a:t>18</a:t>
            </a:fld>
            <a:endParaRPr lang="en-US"/>
          </a:p>
        </p:txBody>
      </p:sp>
    </p:spTree>
    <p:extLst>
      <p:ext uri="{BB962C8B-B14F-4D97-AF65-F5344CB8AC3E}">
        <p14:creationId xmlns:p14="http://schemas.microsoft.com/office/powerpoint/2010/main" val="22765945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B77DD-40C7-95F5-C892-E36CD5CBBB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7C2719-F7C2-6902-3B76-3C2133A360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72C5A2-2F7B-78F6-C1CB-00111CE7EA0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27B4AEA-BC66-84A3-ADA7-2DF4B7897AC6}"/>
              </a:ext>
            </a:extLst>
          </p:cNvPr>
          <p:cNvSpPr>
            <a:spLocks noGrp="1"/>
          </p:cNvSpPr>
          <p:nvPr>
            <p:ph type="sldNum" sz="quarter" idx="10"/>
          </p:nvPr>
        </p:nvSpPr>
        <p:spPr/>
        <p:txBody>
          <a:bodyPr/>
          <a:lstStyle/>
          <a:p>
            <a:fld id="{82869989-EB00-4EE7-BCB5-25BDC5BB29F8}" type="slidenum">
              <a:rPr lang="en-US" smtClean="0"/>
              <a:t>19</a:t>
            </a:fld>
            <a:endParaRPr lang="en-US"/>
          </a:p>
        </p:txBody>
      </p:sp>
    </p:spTree>
    <p:extLst>
      <p:ext uri="{BB962C8B-B14F-4D97-AF65-F5344CB8AC3E}">
        <p14:creationId xmlns:p14="http://schemas.microsoft.com/office/powerpoint/2010/main" val="26513068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E1CD3-E315-E003-EF97-2F7C6991AB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DDBB59-0CC7-BF84-A804-4970C7F97F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4E9FB2-C769-2D57-2C39-272617D4775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E328411-A20F-D198-79AC-75DCB7E7DAAB}"/>
              </a:ext>
            </a:extLst>
          </p:cNvPr>
          <p:cNvSpPr>
            <a:spLocks noGrp="1"/>
          </p:cNvSpPr>
          <p:nvPr>
            <p:ph type="sldNum" sz="quarter" idx="10"/>
          </p:nvPr>
        </p:nvSpPr>
        <p:spPr/>
        <p:txBody>
          <a:bodyPr/>
          <a:lstStyle/>
          <a:p>
            <a:fld id="{82869989-EB00-4EE7-BCB5-25BDC5BB29F8}" type="slidenum">
              <a:rPr lang="en-US" smtClean="0"/>
              <a:t>20</a:t>
            </a:fld>
            <a:endParaRPr lang="en-US"/>
          </a:p>
        </p:txBody>
      </p:sp>
    </p:spTree>
    <p:extLst>
      <p:ext uri="{BB962C8B-B14F-4D97-AF65-F5344CB8AC3E}">
        <p14:creationId xmlns:p14="http://schemas.microsoft.com/office/powerpoint/2010/main" val="10505109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5D2D5-5DAA-F1F8-3A57-52430AE30B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A8509D-672D-D0EE-7FD7-075AC646B1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8B4391-A1DC-C6FA-D65F-64DF48D5E09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89F353E-00B0-26BA-1BEA-9CF9C53276DF}"/>
              </a:ext>
            </a:extLst>
          </p:cNvPr>
          <p:cNvSpPr>
            <a:spLocks noGrp="1"/>
          </p:cNvSpPr>
          <p:nvPr>
            <p:ph type="sldNum" sz="quarter" idx="10"/>
          </p:nvPr>
        </p:nvSpPr>
        <p:spPr/>
        <p:txBody>
          <a:bodyPr/>
          <a:lstStyle/>
          <a:p>
            <a:fld id="{82869989-EB00-4EE7-BCB5-25BDC5BB29F8}" type="slidenum">
              <a:rPr lang="en-US" smtClean="0"/>
              <a:t>21</a:t>
            </a:fld>
            <a:endParaRPr lang="en-US"/>
          </a:p>
        </p:txBody>
      </p:sp>
    </p:spTree>
    <p:extLst>
      <p:ext uri="{BB962C8B-B14F-4D97-AF65-F5344CB8AC3E}">
        <p14:creationId xmlns:p14="http://schemas.microsoft.com/office/powerpoint/2010/main" val="27661808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0B513-A90E-965C-7E69-2C8A73BDDA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779509-150D-5508-75AF-FBB7292168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C8B7AD-5CC9-4ADF-5431-0FD0E150CEA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C62713A-6CBE-D092-089F-08C36C2BE0F0}"/>
              </a:ext>
            </a:extLst>
          </p:cNvPr>
          <p:cNvSpPr>
            <a:spLocks noGrp="1"/>
          </p:cNvSpPr>
          <p:nvPr>
            <p:ph type="sldNum" sz="quarter" idx="10"/>
          </p:nvPr>
        </p:nvSpPr>
        <p:spPr/>
        <p:txBody>
          <a:bodyPr/>
          <a:lstStyle/>
          <a:p>
            <a:fld id="{82869989-EB00-4EE7-BCB5-25BDC5BB29F8}" type="slidenum">
              <a:rPr lang="en-US" smtClean="0"/>
              <a:t>22</a:t>
            </a:fld>
            <a:endParaRPr lang="en-US"/>
          </a:p>
        </p:txBody>
      </p:sp>
    </p:spTree>
    <p:extLst>
      <p:ext uri="{BB962C8B-B14F-4D97-AF65-F5344CB8AC3E}">
        <p14:creationId xmlns:p14="http://schemas.microsoft.com/office/powerpoint/2010/main" val="25682774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78556-494F-EAB9-FB1C-BA90EC7430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3731AF-B1CA-782A-3AF5-F707CFDDC7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A3053A-0A8B-685C-1BF3-CE68350FC3F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5BE8100-68E9-A9E9-E3F2-286CA2FF9BC2}"/>
              </a:ext>
            </a:extLst>
          </p:cNvPr>
          <p:cNvSpPr>
            <a:spLocks noGrp="1"/>
          </p:cNvSpPr>
          <p:nvPr>
            <p:ph type="sldNum" sz="quarter" idx="10"/>
          </p:nvPr>
        </p:nvSpPr>
        <p:spPr/>
        <p:txBody>
          <a:bodyPr/>
          <a:lstStyle/>
          <a:p>
            <a:fld id="{82869989-EB00-4EE7-BCB5-25BDC5BB29F8}" type="slidenum">
              <a:rPr lang="en-US" smtClean="0"/>
              <a:t>23</a:t>
            </a:fld>
            <a:endParaRPr lang="en-US"/>
          </a:p>
        </p:txBody>
      </p:sp>
    </p:spTree>
    <p:extLst>
      <p:ext uri="{BB962C8B-B14F-4D97-AF65-F5344CB8AC3E}">
        <p14:creationId xmlns:p14="http://schemas.microsoft.com/office/powerpoint/2010/main" val="4930185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2A3C7-5633-BB16-C809-E84E0F1192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638A3F-6055-535B-9294-0DB6476150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5585C2-49C7-D0DC-6D59-EBF9E1F2B7F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C334C93-E226-6180-47AD-D06B80D742DD}"/>
              </a:ext>
            </a:extLst>
          </p:cNvPr>
          <p:cNvSpPr>
            <a:spLocks noGrp="1"/>
          </p:cNvSpPr>
          <p:nvPr>
            <p:ph type="sldNum" sz="quarter" idx="10"/>
          </p:nvPr>
        </p:nvSpPr>
        <p:spPr/>
        <p:txBody>
          <a:bodyPr/>
          <a:lstStyle/>
          <a:p>
            <a:fld id="{82869989-EB00-4EE7-BCB5-25BDC5BB29F8}" type="slidenum">
              <a:rPr lang="en-US" smtClean="0"/>
              <a:t>25</a:t>
            </a:fld>
            <a:endParaRPr lang="en-US"/>
          </a:p>
        </p:txBody>
      </p:sp>
    </p:spTree>
    <p:extLst>
      <p:ext uri="{BB962C8B-B14F-4D97-AF65-F5344CB8AC3E}">
        <p14:creationId xmlns:p14="http://schemas.microsoft.com/office/powerpoint/2010/main" val="11397342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04E8D-4DEC-DA83-C367-435D9A81A4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F55D28-3616-784A-026C-9866E05E30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07042C-116F-20F6-3D5F-A97A2A05679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7F387C8-B741-509F-57E5-2971B0B5FAB2}"/>
              </a:ext>
            </a:extLst>
          </p:cNvPr>
          <p:cNvSpPr>
            <a:spLocks noGrp="1"/>
          </p:cNvSpPr>
          <p:nvPr>
            <p:ph type="sldNum" sz="quarter" idx="10"/>
          </p:nvPr>
        </p:nvSpPr>
        <p:spPr/>
        <p:txBody>
          <a:bodyPr/>
          <a:lstStyle/>
          <a:p>
            <a:fld id="{82869989-EB00-4EE7-BCB5-25BDC5BB29F8}" type="slidenum">
              <a:rPr lang="en-US" smtClean="0"/>
              <a:t>26</a:t>
            </a:fld>
            <a:endParaRPr lang="en-US"/>
          </a:p>
        </p:txBody>
      </p:sp>
    </p:spTree>
    <p:extLst>
      <p:ext uri="{BB962C8B-B14F-4D97-AF65-F5344CB8AC3E}">
        <p14:creationId xmlns:p14="http://schemas.microsoft.com/office/powerpoint/2010/main" val="602015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28AF9-DA7F-39CB-D0B3-B5192ACD22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2D5097-F2B1-8B7F-4575-83448FAB81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C6028A-1E6C-F9EF-D8FA-E3B3996E9F4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373BD1B-A928-1925-CE4E-D409883B2FA7}"/>
              </a:ext>
            </a:extLst>
          </p:cNvPr>
          <p:cNvSpPr>
            <a:spLocks noGrp="1"/>
          </p:cNvSpPr>
          <p:nvPr>
            <p:ph type="sldNum" sz="quarter" idx="10"/>
          </p:nvPr>
        </p:nvSpPr>
        <p:spPr/>
        <p:txBody>
          <a:bodyPr/>
          <a:lstStyle/>
          <a:p>
            <a:fld id="{82869989-EB00-4EE7-BCB5-25BDC5BB29F8}" type="slidenum">
              <a:rPr lang="en-US" smtClean="0"/>
              <a:t>27</a:t>
            </a:fld>
            <a:endParaRPr lang="en-US"/>
          </a:p>
        </p:txBody>
      </p:sp>
    </p:spTree>
    <p:extLst>
      <p:ext uri="{BB962C8B-B14F-4D97-AF65-F5344CB8AC3E}">
        <p14:creationId xmlns:p14="http://schemas.microsoft.com/office/powerpoint/2010/main" val="19335177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04525-8A31-284F-23A4-58FDCED4FD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E6B7C5-E85C-BFC2-C055-2C38255CED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10FC9B-064B-F9CB-7B73-E26D704CF5F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D9ECEDD-0935-94D3-F47F-DA4045644F11}"/>
              </a:ext>
            </a:extLst>
          </p:cNvPr>
          <p:cNvSpPr>
            <a:spLocks noGrp="1"/>
          </p:cNvSpPr>
          <p:nvPr>
            <p:ph type="sldNum" sz="quarter" idx="10"/>
          </p:nvPr>
        </p:nvSpPr>
        <p:spPr/>
        <p:txBody>
          <a:bodyPr/>
          <a:lstStyle/>
          <a:p>
            <a:fld id="{82869989-EB00-4EE7-BCB5-25BDC5BB29F8}" type="slidenum">
              <a:rPr lang="en-US" smtClean="0"/>
              <a:t>28</a:t>
            </a:fld>
            <a:endParaRPr lang="en-US"/>
          </a:p>
        </p:txBody>
      </p:sp>
    </p:spTree>
    <p:extLst>
      <p:ext uri="{BB962C8B-B14F-4D97-AF65-F5344CB8AC3E}">
        <p14:creationId xmlns:p14="http://schemas.microsoft.com/office/powerpoint/2010/main" val="16601884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9D87F-3AD8-954E-7230-2E47BF8B32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469D34-1AE7-FEBC-3E2B-4BC75DB29C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5F0FDA-834E-0E9B-671E-EEE6AFD6CDD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56B0449-3AB4-1E87-1F5F-C2918A4CD571}"/>
              </a:ext>
            </a:extLst>
          </p:cNvPr>
          <p:cNvSpPr>
            <a:spLocks noGrp="1"/>
          </p:cNvSpPr>
          <p:nvPr>
            <p:ph type="sldNum" sz="quarter" idx="10"/>
          </p:nvPr>
        </p:nvSpPr>
        <p:spPr/>
        <p:txBody>
          <a:bodyPr/>
          <a:lstStyle/>
          <a:p>
            <a:fld id="{82869989-EB00-4EE7-BCB5-25BDC5BB29F8}" type="slidenum">
              <a:rPr lang="en-US" smtClean="0"/>
              <a:t>29</a:t>
            </a:fld>
            <a:endParaRPr lang="en-US"/>
          </a:p>
        </p:txBody>
      </p:sp>
    </p:spTree>
    <p:extLst>
      <p:ext uri="{BB962C8B-B14F-4D97-AF65-F5344CB8AC3E}">
        <p14:creationId xmlns:p14="http://schemas.microsoft.com/office/powerpoint/2010/main" val="22508195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00920-887C-CD42-4A8D-ED1F75F454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92A350-511A-B8A4-4C34-1D0827A726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63EC9F-4205-A146-34EC-6A48012E141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4CEA9D7-9E33-E65A-C9EA-E7971038BB5B}"/>
              </a:ext>
            </a:extLst>
          </p:cNvPr>
          <p:cNvSpPr>
            <a:spLocks noGrp="1"/>
          </p:cNvSpPr>
          <p:nvPr>
            <p:ph type="sldNum" sz="quarter" idx="10"/>
          </p:nvPr>
        </p:nvSpPr>
        <p:spPr/>
        <p:txBody>
          <a:bodyPr/>
          <a:lstStyle/>
          <a:p>
            <a:fld id="{82869989-EB00-4EE7-BCB5-25BDC5BB29F8}" type="slidenum">
              <a:rPr lang="en-US" smtClean="0"/>
              <a:t>30</a:t>
            </a:fld>
            <a:endParaRPr lang="en-US"/>
          </a:p>
        </p:txBody>
      </p:sp>
    </p:spTree>
    <p:extLst>
      <p:ext uri="{BB962C8B-B14F-4D97-AF65-F5344CB8AC3E}">
        <p14:creationId xmlns:p14="http://schemas.microsoft.com/office/powerpoint/2010/main" val="26590857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CA51E-2D4C-081F-9944-9DC43F38B8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916DB0-D048-2562-4203-8A0EB517F2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975628-8A29-1424-12E2-B6ED4069672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106F7C1-532D-FE28-66CB-9CFA92810F86}"/>
              </a:ext>
            </a:extLst>
          </p:cNvPr>
          <p:cNvSpPr>
            <a:spLocks noGrp="1"/>
          </p:cNvSpPr>
          <p:nvPr>
            <p:ph type="sldNum" sz="quarter" idx="10"/>
          </p:nvPr>
        </p:nvSpPr>
        <p:spPr/>
        <p:txBody>
          <a:bodyPr/>
          <a:lstStyle/>
          <a:p>
            <a:fld id="{82869989-EB00-4EE7-BCB5-25BDC5BB29F8}" type="slidenum">
              <a:rPr lang="en-US" smtClean="0"/>
              <a:t>31</a:t>
            </a:fld>
            <a:endParaRPr lang="en-US"/>
          </a:p>
        </p:txBody>
      </p:sp>
    </p:spTree>
    <p:extLst>
      <p:ext uri="{BB962C8B-B14F-4D97-AF65-F5344CB8AC3E}">
        <p14:creationId xmlns:p14="http://schemas.microsoft.com/office/powerpoint/2010/main" val="19347874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D623C-658A-C7B8-36E6-FEC34535D7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9C1151-D081-0DC5-CDB6-F75D0114E0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681C74-90E1-F70F-2D66-D59DC6262D1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54C9EB1-B964-F767-60AD-7B1ABEB354E7}"/>
              </a:ext>
            </a:extLst>
          </p:cNvPr>
          <p:cNvSpPr>
            <a:spLocks noGrp="1"/>
          </p:cNvSpPr>
          <p:nvPr>
            <p:ph type="sldNum" sz="quarter" idx="10"/>
          </p:nvPr>
        </p:nvSpPr>
        <p:spPr/>
        <p:txBody>
          <a:bodyPr/>
          <a:lstStyle/>
          <a:p>
            <a:fld id="{82869989-EB00-4EE7-BCB5-25BDC5BB29F8}" type="slidenum">
              <a:rPr lang="en-US" smtClean="0"/>
              <a:t>32</a:t>
            </a:fld>
            <a:endParaRPr lang="en-US"/>
          </a:p>
        </p:txBody>
      </p:sp>
    </p:spTree>
    <p:extLst>
      <p:ext uri="{BB962C8B-B14F-4D97-AF65-F5344CB8AC3E}">
        <p14:creationId xmlns:p14="http://schemas.microsoft.com/office/powerpoint/2010/main" val="20928015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5" name="Group 4"/>
          <p:cNvGrpSpPr/>
          <p:nvPr userDrawn="1"/>
        </p:nvGrpSpPr>
        <p:grpSpPr bwMode="hidden">
          <a:xfrm>
            <a:off x="-1" y="0"/>
            <a:ext cx="12192002" cy="6858000"/>
            <a:chOff x="-1" y="0"/>
            <a:chExt cx="12192002" cy="6858000"/>
          </a:xfrm>
        </p:grpSpPr>
        <p:cxnSp>
          <p:nvCxnSpPr>
            <p:cNvPr id="6" name="Straight Connector 5"/>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23" name="Group 22"/>
            <p:cNvGrpSpPr/>
            <p:nvPr userDrawn="1"/>
          </p:nvGrpSpPr>
          <p:grpSpPr bwMode="hidden">
            <a:xfrm>
              <a:off x="-1" y="0"/>
              <a:ext cx="12192001" cy="6858000"/>
              <a:chOff x="-1" y="0"/>
              <a:chExt cx="12192001" cy="6858000"/>
            </a:xfrm>
          </p:grpSpPr>
          <p:cxnSp>
            <p:nvCxnSpPr>
              <p:cNvPr id="41" name="Straight Connector 40"/>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6" name="Group 45"/>
              <p:cNvGrpSpPr/>
              <p:nvPr/>
            </p:nvGrpSpPr>
            <p:grpSpPr bwMode="hidden">
              <a:xfrm>
                <a:off x="6327885" y="0"/>
                <a:ext cx="5864115" cy="5898673"/>
                <a:chOff x="6327885" y="0"/>
                <a:chExt cx="5864115" cy="5898673"/>
              </a:xfrm>
            </p:grpSpPr>
            <p:cxnSp>
              <p:nvCxnSpPr>
                <p:cNvPr id="52" name="Straight Connector 51"/>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7" name="Straight Connector 46"/>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userDrawn="1"/>
          </p:nvGrpSpPr>
          <p:grpSpPr bwMode="hidden">
            <a:xfrm flipH="1">
              <a:off x="0" y="0"/>
              <a:ext cx="12192001" cy="6858000"/>
              <a:chOff x="-1" y="0"/>
              <a:chExt cx="12192001" cy="6858000"/>
            </a:xfrm>
          </p:grpSpPr>
          <p:cxnSp>
            <p:nvCxnSpPr>
              <p:cNvPr id="25" name="Straight Connector 24"/>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0" name="Group 29"/>
              <p:cNvGrpSpPr/>
              <p:nvPr/>
            </p:nvGrpSpPr>
            <p:grpSpPr bwMode="hidden">
              <a:xfrm>
                <a:off x="6327885" y="0"/>
                <a:ext cx="5864115" cy="5898673"/>
                <a:chOff x="6327885" y="0"/>
                <a:chExt cx="5864115" cy="5898673"/>
              </a:xfrm>
            </p:grpSpPr>
            <p:cxnSp>
              <p:nvCxnSpPr>
                <p:cNvPr id="36" name="Straight Connector 35"/>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31" name="Straight Connector 30"/>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ctrTitle"/>
          </p:nvPr>
        </p:nvSpPr>
        <p:spPr>
          <a:xfrm>
            <a:off x="1293845" y="1909346"/>
            <a:ext cx="9604310" cy="3383280"/>
          </a:xfrm>
        </p:spPr>
        <p:txBody>
          <a:bodyPr anchor="b">
            <a:normAutofit/>
          </a:bodyPr>
          <a:lstStyle>
            <a:lvl1pPr algn="l">
              <a:lnSpc>
                <a:spcPct val="76000"/>
              </a:lnSpc>
              <a:defRPr sz="8000" cap="none"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93845" y="5432564"/>
            <a:ext cx="9604310" cy="457200"/>
          </a:xfrm>
        </p:spPr>
        <p:txBody>
          <a:bodyPr>
            <a:normAutofit/>
          </a:bodyPr>
          <a:lstStyle>
            <a:lvl1pPr marL="0" indent="0" algn="l">
              <a:spcBef>
                <a:spcPts val="0"/>
              </a:spcBef>
              <a:buNone/>
              <a:defRPr sz="2000" b="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58" name="Straight Connector 57"/>
          <p:cNvCxnSpPr/>
          <p:nvPr userDrawn="1"/>
        </p:nvCxnSpPr>
        <p:spPr>
          <a:xfrm>
            <a:off x="1295400" y="5294175"/>
            <a:ext cx="96012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AE374B5B-21A0-4192-BF4C-38187F1A68D8}" type="datetime1">
              <a:rPr lang="en-US" smtClean="0"/>
              <a:t>2/28/2025</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flip="none" rotWithShape="1">
          <a:gsLst>
            <a:gs pos="0">
              <a:schemeClr val="accent1"/>
            </a:gs>
            <a:gs pos="97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 name="Group 6"/>
          <p:cNvGrpSpPr/>
          <p:nvPr userDrawn="1"/>
        </p:nvGrpSpPr>
        <p:grpSpPr bwMode="hidden">
          <a:xfrm>
            <a:off x="-1" y="0"/>
            <a:ext cx="12192002" cy="6858000"/>
            <a:chOff x="-1" y="0"/>
            <a:chExt cx="12192002" cy="6858000"/>
          </a:xfrm>
        </p:grpSpPr>
        <p:cxnSp>
          <p:nvCxnSpPr>
            <p:cNvPr id="8" name="Straight Connector 7"/>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4" name="Group 23"/>
            <p:cNvGrpSpPr/>
            <p:nvPr userDrawn="1"/>
          </p:nvGrpSpPr>
          <p:grpSpPr bwMode="hidden">
            <a:xfrm>
              <a:off x="-1" y="0"/>
              <a:ext cx="12192001" cy="6858000"/>
              <a:chOff x="-1" y="0"/>
              <a:chExt cx="12192001" cy="6858000"/>
            </a:xfrm>
          </p:grpSpPr>
          <p:cxnSp>
            <p:nvCxnSpPr>
              <p:cNvPr id="42" name="Straight Connector 41"/>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7" name="Group 46"/>
              <p:cNvGrpSpPr/>
              <p:nvPr/>
            </p:nvGrpSpPr>
            <p:grpSpPr bwMode="hidden">
              <a:xfrm>
                <a:off x="6327885" y="0"/>
                <a:ext cx="5864115" cy="5898673"/>
                <a:chOff x="6327885" y="0"/>
                <a:chExt cx="5864115" cy="5898673"/>
              </a:xfrm>
            </p:grpSpPr>
            <p:cxnSp>
              <p:nvCxnSpPr>
                <p:cNvPr id="53" name="Straight Connector 52"/>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8" name="Straight Connector 47"/>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userDrawn="1"/>
          </p:nvGrpSpPr>
          <p:grpSpPr bwMode="hidden">
            <a:xfrm flipH="1">
              <a:off x="0" y="0"/>
              <a:ext cx="12192001" cy="6858000"/>
              <a:chOff x="-1" y="0"/>
              <a:chExt cx="12192001" cy="6858000"/>
            </a:xfrm>
          </p:grpSpPr>
          <p:cxnSp>
            <p:nvCxnSpPr>
              <p:cNvPr id="26" name="Straight Connector 25"/>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1" name="Group 30"/>
              <p:cNvGrpSpPr/>
              <p:nvPr/>
            </p:nvGrpSpPr>
            <p:grpSpPr bwMode="hidden">
              <a:xfrm>
                <a:off x="6327885" y="0"/>
                <a:ext cx="5864115" cy="5898673"/>
                <a:chOff x="6327885" y="0"/>
                <a:chExt cx="5864115" cy="5898673"/>
              </a:xfrm>
            </p:grpSpPr>
            <p:cxnSp>
              <p:nvCxnSpPr>
                <p:cNvPr id="37" name="Straight Connector 36"/>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2" name="Straight Connector 31"/>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title"/>
          </p:nvPr>
        </p:nvSpPr>
        <p:spPr>
          <a:xfrm>
            <a:off x="1295400" y="2541573"/>
            <a:ext cx="9601200" cy="2743200"/>
          </a:xfrm>
        </p:spPr>
        <p:txBody>
          <a:bodyPr anchor="b">
            <a:normAutofit/>
          </a:bodyPr>
          <a:lstStyle>
            <a:lvl1pPr>
              <a:lnSpc>
                <a:spcPct val="85000"/>
              </a:lnSpc>
              <a:defRPr sz="6000" cap="none"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1295400" y="5431536"/>
            <a:ext cx="9601200" cy="457200"/>
          </a:xfrm>
        </p:spPr>
        <p:txBody>
          <a:bodyPr>
            <a:normAutofit/>
          </a:bodyPr>
          <a:lstStyle>
            <a:lvl1pPr marL="0" indent="0">
              <a:spcBef>
                <a:spcPts val="0"/>
              </a:spcBef>
              <a:buNone/>
              <a:defRPr sz="2000" b="0">
                <a:solidFill>
                  <a:schemeClr val="tx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cxnSp>
        <p:nvCxnSpPr>
          <p:cNvPr id="58" name="Straight Connector 57"/>
          <p:cNvCxnSpPr/>
          <p:nvPr userDrawn="1"/>
        </p:nvCxnSpPr>
        <p:spPr>
          <a:xfrm>
            <a:off x="1295400" y="5294175"/>
            <a:ext cx="9601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7780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954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246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33B5CF7C-B333-48E1-A4A6-83A3C8B73AC0}" type="datetime1">
              <a:rPr lang="en-US" smtClean="0"/>
              <a:t>2/28/2025</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2954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246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46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AE320762-5CBF-4210-AB54-376B091119F8}" type="datetime1">
              <a:rPr lang="en-US" smtClean="0"/>
              <a:t>2/28/2025</a:t>
            </a:fld>
            <a:endParaRPr lang="en-US"/>
          </a:p>
        </p:txBody>
      </p:sp>
      <p:sp>
        <p:nvSpPr>
          <p:cNvPr id="9" name="Slide Number Placeholder 8"/>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7F0DB371-BF5F-4058-A212-1A908E4D2674}" type="datetime1">
              <a:rPr lang="en-US" smtClean="0"/>
              <a:t>2/28/2025</a:t>
            </a:fld>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161" name="Group 160"/>
          <p:cNvGrpSpPr/>
          <p:nvPr userDrawn="1"/>
        </p:nvGrpSpPr>
        <p:grpSpPr bwMode="hidden">
          <a:xfrm>
            <a:off x="-1" y="0"/>
            <a:ext cx="12192002" cy="6858000"/>
            <a:chOff x="-1" y="0"/>
            <a:chExt cx="12192002" cy="6858000"/>
          </a:xfrm>
        </p:grpSpPr>
        <p:cxnSp>
          <p:nvCxnSpPr>
            <p:cNvPr id="162" name="Straight Connector 161"/>
            <p:cNvCxnSpPr/>
            <p:nvPr/>
          </p:nvCxnSpPr>
          <p:spPr bwMode="hidden">
            <a:xfrm>
              <a:off x="61019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bwMode="hidden">
            <a:xfrm>
              <a:off x="182933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bwMode="hidden">
            <a:xfrm>
              <a:off x="304847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bwMode="hidden">
            <a:xfrm>
              <a:off x="426760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bwMode="hidden">
            <a:xfrm>
              <a:off x="548674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bwMode="hidden">
            <a:xfrm>
              <a:off x="670588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p:cNvCxnSpPr/>
            <p:nvPr/>
          </p:nvCxnSpPr>
          <p:spPr bwMode="hidden">
            <a:xfrm>
              <a:off x="792502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bwMode="hidden">
            <a:xfrm>
              <a:off x="914416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p:cNvCxnSpPr/>
            <p:nvPr/>
          </p:nvCxnSpPr>
          <p:spPr bwMode="hidden">
            <a:xfrm>
              <a:off x="1036329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bwMode="hidden">
            <a:xfrm>
              <a:off x="1158243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bwMode="hidden">
            <a:xfrm>
              <a:off x="2819" y="38648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bwMode="hidden">
            <a:xfrm>
              <a:off x="2819" y="1611181"/>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bwMode="hidden">
            <a:xfrm>
              <a:off x="2819" y="2835877"/>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bwMode="hidden">
            <a:xfrm>
              <a:off x="2819" y="4060573"/>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bwMode="hidden">
            <a:xfrm>
              <a:off x="2819" y="5285269"/>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bwMode="hidden">
            <a:xfrm>
              <a:off x="2819" y="650996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78" name="Group 177"/>
            <p:cNvGrpSpPr/>
            <p:nvPr userDrawn="1"/>
          </p:nvGrpSpPr>
          <p:grpSpPr bwMode="hidden">
            <a:xfrm>
              <a:off x="-1" y="0"/>
              <a:ext cx="12192001" cy="6858000"/>
              <a:chOff x="-1" y="0"/>
              <a:chExt cx="12192001" cy="6858000"/>
            </a:xfrm>
          </p:grpSpPr>
          <p:cxnSp>
            <p:nvCxnSpPr>
              <p:cNvPr id="196" name="Straight Connector 195"/>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201" name="Group 200"/>
              <p:cNvGrpSpPr/>
              <p:nvPr/>
            </p:nvGrpSpPr>
            <p:grpSpPr bwMode="hidden">
              <a:xfrm>
                <a:off x="6327885" y="0"/>
                <a:ext cx="5864115" cy="5898673"/>
                <a:chOff x="6327885" y="0"/>
                <a:chExt cx="5864115" cy="5898673"/>
              </a:xfrm>
            </p:grpSpPr>
            <p:cxnSp>
              <p:nvCxnSpPr>
                <p:cNvPr id="207" name="Straight Connector 206"/>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202" name="Straight Connector 201"/>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userDrawn="1"/>
          </p:nvGrpSpPr>
          <p:grpSpPr bwMode="hidden">
            <a:xfrm flipH="1">
              <a:off x="0" y="0"/>
              <a:ext cx="12192001" cy="6858000"/>
              <a:chOff x="-1" y="0"/>
              <a:chExt cx="12192001" cy="6858000"/>
            </a:xfrm>
          </p:grpSpPr>
          <p:cxnSp>
            <p:nvCxnSpPr>
              <p:cNvPr id="180" name="Straight Connector 179"/>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85" name="Group 184"/>
              <p:cNvGrpSpPr/>
              <p:nvPr/>
            </p:nvGrpSpPr>
            <p:grpSpPr bwMode="hidden">
              <a:xfrm>
                <a:off x="6327885" y="0"/>
                <a:ext cx="5864115" cy="5898673"/>
                <a:chOff x="6327885" y="0"/>
                <a:chExt cx="5864115" cy="5898673"/>
              </a:xfrm>
            </p:grpSpPr>
            <p:cxnSp>
              <p:nvCxnSpPr>
                <p:cNvPr id="191" name="Straight Connector 190"/>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186" name="Straight Connector 185"/>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sp>
        <p:nvSpPr>
          <p:cNvPr id="213" name="Footer Placeholder 212"/>
          <p:cNvSpPr>
            <a:spLocks noGrp="1"/>
          </p:cNvSpPr>
          <p:nvPr>
            <p:ph type="ftr" sz="quarter" idx="11"/>
          </p:nvPr>
        </p:nvSpPr>
        <p:spPr/>
        <p:txBody>
          <a:bodyPr/>
          <a:lstStyle/>
          <a:p>
            <a:r>
              <a:rPr lang="en-US" dirty="0"/>
              <a:t>Add a footer</a:t>
            </a:r>
          </a:p>
        </p:txBody>
      </p:sp>
      <p:sp>
        <p:nvSpPr>
          <p:cNvPr id="212" name="Date Placeholder 211"/>
          <p:cNvSpPr>
            <a:spLocks noGrp="1"/>
          </p:cNvSpPr>
          <p:nvPr>
            <p:ph type="dt" sz="half" idx="10"/>
          </p:nvPr>
        </p:nvSpPr>
        <p:spPr/>
        <p:txBody>
          <a:bodyPr/>
          <a:lstStyle/>
          <a:p>
            <a:fld id="{60A4083B-90AA-48CF-BAD5-00AA24D7F288}" type="datetime1">
              <a:rPr lang="en-US" smtClean="0"/>
              <a:t>2/28/2025</a:t>
            </a:fld>
            <a:endParaRPr lang="en-US"/>
          </a:p>
        </p:txBody>
      </p:sp>
      <p:sp>
        <p:nvSpPr>
          <p:cNvPr id="214" name="Slide Number Placeholder 213"/>
          <p:cNvSpPr>
            <a:spLocks noGrp="1"/>
          </p:cNvSpPr>
          <p:nvPr>
            <p:ph type="sldNum" sz="quarter" idx="12"/>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Group 8"/>
          <p:cNvGrpSpPr/>
          <p:nvPr userDrawn="1"/>
        </p:nvGrpSpPr>
        <p:grpSpPr bwMode="hidden">
          <a:xfrm>
            <a:off x="-1" y="0"/>
            <a:ext cx="12192002" cy="6858000"/>
            <a:chOff x="-1" y="0"/>
            <a:chExt cx="12192002" cy="6858000"/>
          </a:xfrm>
        </p:grpSpPr>
        <p:cxnSp>
          <p:nvCxnSpPr>
            <p:cNvPr id="10" name="Straight Connector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Group 25"/>
            <p:cNvGrpSpPr/>
            <p:nvPr userDrawn="1"/>
          </p:nvGrpSpPr>
          <p:grpSpPr bwMode="hidden">
            <a:xfrm>
              <a:off x="-1" y="0"/>
              <a:ext cx="12192001" cy="6858000"/>
              <a:chOff x="-1" y="0"/>
              <a:chExt cx="12192001" cy="6858000"/>
            </a:xfrm>
          </p:grpSpPr>
          <p:cxnSp>
            <p:nvCxnSpPr>
              <p:cNvPr id="44" name="Straight Connector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Group 48"/>
              <p:cNvGrpSpPr/>
              <p:nvPr/>
            </p:nvGrpSpPr>
            <p:grpSpPr bwMode="hidden">
              <a:xfrm>
                <a:off x="6327885" y="0"/>
                <a:ext cx="5864115" cy="5898673"/>
                <a:chOff x="6327885" y="0"/>
                <a:chExt cx="5864115" cy="5898673"/>
              </a:xfrm>
            </p:grpSpPr>
            <p:cxnSp>
              <p:nvCxnSpPr>
                <p:cNvPr id="55" name="Straight Connector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Straight Connector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Group 26"/>
            <p:cNvGrpSpPr/>
            <p:nvPr userDrawn="1"/>
          </p:nvGrpSpPr>
          <p:grpSpPr bwMode="hidden">
            <a:xfrm flipH="1">
              <a:off x="0" y="0"/>
              <a:ext cx="12192001" cy="6858000"/>
              <a:chOff x="-1" y="0"/>
              <a:chExt cx="12192001" cy="6858000"/>
            </a:xfrm>
          </p:grpSpPr>
          <p:cxnSp>
            <p:nvCxnSpPr>
              <p:cNvPr id="28" name="Straight Connector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Group 32"/>
              <p:cNvGrpSpPr/>
              <p:nvPr/>
            </p:nvGrpSpPr>
            <p:grpSpPr bwMode="hidden">
              <a:xfrm>
                <a:off x="6327885" y="0"/>
                <a:ext cx="5864115" cy="5898673"/>
                <a:chOff x="6327885" y="0"/>
                <a:chExt cx="5864115" cy="5898673"/>
              </a:xfrm>
            </p:grpSpPr>
            <p:cxnSp>
              <p:nvCxnSpPr>
                <p:cNvPr id="39" name="Straight Connector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Straight Connector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Rectangle 6"/>
          <p:cNvSpPr/>
          <p:nvPr userDrawn="1"/>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13152" y="571500"/>
            <a:ext cx="3657600" cy="2197100"/>
          </a:xfrm>
        </p:spPr>
        <p:txBody>
          <a:bodyPr anchor="b">
            <a:normAutofit/>
          </a:bodyPr>
          <a:lstStyle>
            <a:lvl1pPr>
              <a:defRPr sz="26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43197" y="571500"/>
            <a:ext cx="6217920" cy="571500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913152" y="2995012"/>
            <a:ext cx="3657600" cy="2285950"/>
          </a:xfrm>
        </p:spPr>
        <p:txBody>
          <a:bodyPr>
            <a:normAutofit/>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60" name="Straight Connector 59"/>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lvl1pPr>
              <a:defRPr>
                <a:solidFill>
                  <a:schemeClr val="bg1"/>
                </a:solidFill>
              </a:defRPr>
            </a:lvl1pPr>
          </a:lstStyle>
          <a:p>
            <a:fld id="{F5BAF629-ECA2-4CF3-B790-9D9BDED98269}" type="datetime1">
              <a:rPr lang="en-US" smtClean="0"/>
              <a:pPr/>
              <a:t>2/28/2025</a:t>
            </a:fld>
            <a:endParaRPr lang="en-US"/>
          </a:p>
        </p:txBody>
      </p:sp>
      <p:sp>
        <p:nvSpPr>
          <p:cNvPr id="8" name="Slide Number Placeholder 7"/>
          <p:cNvSpPr>
            <a:spLocks noGrp="1"/>
          </p:cNvSpPr>
          <p:nvPr>
            <p:ph type="sldNum" sz="quarter" idx="12"/>
          </p:nvPr>
        </p:nvSpPr>
        <p:spPr/>
        <p:txBody>
          <a:bodyPr/>
          <a:lstStyle>
            <a:lvl1pPr>
              <a:defRPr>
                <a:solidFill>
                  <a:schemeClr val="bg1"/>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8" name="Group 7"/>
          <p:cNvGrpSpPr/>
          <p:nvPr/>
        </p:nvGrpSpPr>
        <p:grpSpPr bwMode="hidden">
          <a:xfrm>
            <a:off x="-1" y="0"/>
            <a:ext cx="12192002" cy="6858000"/>
            <a:chOff x="-1" y="0"/>
            <a:chExt cx="12192002" cy="6858000"/>
          </a:xfrm>
        </p:grpSpPr>
        <p:cxnSp>
          <p:nvCxnSpPr>
            <p:cNvPr id="9" name="Straight Connector 8"/>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5" name="Group 24"/>
            <p:cNvGrpSpPr/>
            <p:nvPr/>
          </p:nvGrpSpPr>
          <p:grpSpPr bwMode="hidden">
            <a:xfrm>
              <a:off x="-1" y="0"/>
              <a:ext cx="12192001" cy="6858000"/>
              <a:chOff x="-1" y="0"/>
              <a:chExt cx="12192001" cy="6858000"/>
            </a:xfrm>
          </p:grpSpPr>
          <p:cxnSp>
            <p:nvCxnSpPr>
              <p:cNvPr id="43" name="Straight Connector 42"/>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8" name="Group 47"/>
              <p:cNvGrpSpPr/>
              <p:nvPr/>
            </p:nvGrpSpPr>
            <p:grpSpPr bwMode="hidden">
              <a:xfrm>
                <a:off x="6327885" y="0"/>
                <a:ext cx="5864115" cy="5898673"/>
                <a:chOff x="6327885" y="0"/>
                <a:chExt cx="5864115" cy="5898673"/>
              </a:xfrm>
            </p:grpSpPr>
            <p:cxnSp>
              <p:nvCxnSpPr>
                <p:cNvPr id="54" name="Straight Connector 53"/>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9" name="Straight Connector 48"/>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bwMode="hidden">
            <a:xfrm flipH="1">
              <a:off x="0" y="0"/>
              <a:ext cx="12192001" cy="6858000"/>
              <a:chOff x="-1" y="0"/>
              <a:chExt cx="12192001" cy="6858000"/>
            </a:xfrm>
          </p:grpSpPr>
          <p:cxnSp>
            <p:nvCxnSpPr>
              <p:cNvPr id="27" name="Straight Connector 26"/>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2" name="Group 31"/>
              <p:cNvGrpSpPr/>
              <p:nvPr/>
            </p:nvGrpSpPr>
            <p:grpSpPr bwMode="hidden">
              <a:xfrm>
                <a:off x="6327885" y="0"/>
                <a:ext cx="5864115" cy="5898673"/>
                <a:chOff x="6327885" y="0"/>
                <a:chExt cx="5864115" cy="5898673"/>
              </a:xfrm>
            </p:grpSpPr>
            <p:cxnSp>
              <p:nvCxnSpPr>
                <p:cNvPr id="38" name="Straight Connector 37"/>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3" name="Straight Connector 32"/>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60" name="Rectangle 59"/>
          <p:cNvSpPr/>
          <p:nvPr/>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909560" y="576072"/>
            <a:ext cx="3657600" cy="2194560"/>
          </a:xfrm>
        </p:spPr>
        <p:txBody>
          <a:bodyPr anchor="b">
            <a:normAutofit/>
          </a:bodyPr>
          <a:lstStyle>
            <a:lvl1pPr>
              <a:defRPr sz="2600">
                <a:solidFill>
                  <a:schemeClr val="bg1"/>
                </a:solidFill>
              </a:defRPr>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4412" y="-159"/>
            <a:ext cx="7315200" cy="6858000"/>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909560" y="2999232"/>
            <a:ext cx="3657600" cy="2286000"/>
          </a:xfrm>
        </p:spPr>
        <p:txBody>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620318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384A29A4-78C8-47AB-BA06-22CB45938951}" type="datetime1">
              <a:rPr lang="en-US" smtClean="0"/>
              <a:t>2/28/2025</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09314" y="489856"/>
            <a:ext cx="1687286" cy="530134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9" y="489856"/>
            <a:ext cx="7587344" cy="530134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1ED4ACF-2D82-46F2-A8E9-23963AA34E86}" type="datetime1">
              <a:rPr lang="en-US" smtClean="0"/>
              <a:t>2/28/2025</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grpSp>
        <p:nvGrpSpPr>
          <p:cNvPr id="96" name="Group 95"/>
          <p:cNvGrpSpPr/>
          <p:nvPr userDrawn="1"/>
        </p:nvGrpSpPr>
        <p:grpSpPr bwMode="hidden">
          <a:xfrm>
            <a:off x="-1" y="-195943"/>
            <a:ext cx="12192002" cy="6858000"/>
            <a:chOff x="-1" y="0"/>
            <a:chExt cx="12192002" cy="6858000"/>
          </a:xfrm>
        </p:grpSpPr>
        <p:cxnSp>
          <p:nvCxnSpPr>
            <p:cNvPr id="97" name="Straight Connector 96"/>
            <p:cNvCxnSpPr/>
            <p:nvPr/>
          </p:nvCxnSpPr>
          <p:spPr bwMode="hidden">
            <a:xfrm>
              <a:off x="61019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bwMode="hidden">
            <a:xfrm>
              <a:off x="182933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bwMode="hidden">
            <a:xfrm>
              <a:off x="304847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bwMode="hidden">
            <a:xfrm>
              <a:off x="426760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bwMode="hidden">
            <a:xfrm>
              <a:off x="548674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bwMode="hidden">
            <a:xfrm>
              <a:off x="670588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bwMode="hidden">
            <a:xfrm>
              <a:off x="792502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bwMode="hidden">
            <a:xfrm>
              <a:off x="914416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bwMode="hidden">
            <a:xfrm>
              <a:off x="1036329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bwMode="hidden">
            <a:xfrm>
              <a:off x="1158243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bwMode="hidden">
            <a:xfrm>
              <a:off x="2819" y="38648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bwMode="hidden">
            <a:xfrm>
              <a:off x="2819" y="1611181"/>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bwMode="hidden">
            <a:xfrm>
              <a:off x="2819" y="2835877"/>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bwMode="hidden">
            <a:xfrm>
              <a:off x="2819" y="4060573"/>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bwMode="hidden">
            <a:xfrm>
              <a:off x="2819" y="5285269"/>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bwMode="hidden">
            <a:xfrm>
              <a:off x="2819" y="650996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13" name="Group 112"/>
            <p:cNvGrpSpPr/>
            <p:nvPr userDrawn="1"/>
          </p:nvGrpSpPr>
          <p:grpSpPr bwMode="hidden">
            <a:xfrm>
              <a:off x="-1" y="0"/>
              <a:ext cx="12192001" cy="6858000"/>
              <a:chOff x="-1" y="0"/>
              <a:chExt cx="12192001" cy="6858000"/>
            </a:xfrm>
          </p:grpSpPr>
          <p:cxnSp>
            <p:nvCxnSpPr>
              <p:cNvPr id="131" name="Straight Connector 130"/>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36" name="Group 135"/>
              <p:cNvGrpSpPr/>
              <p:nvPr/>
            </p:nvGrpSpPr>
            <p:grpSpPr bwMode="hidden">
              <a:xfrm>
                <a:off x="6327885" y="0"/>
                <a:ext cx="5864115" cy="5898673"/>
                <a:chOff x="6327885" y="0"/>
                <a:chExt cx="5864115" cy="5898673"/>
              </a:xfrm>
            </p:grpSpPr>
            <p:cxnSp>
              <p:nvCxnSpPr>
                <p:cNvPr id="142" name="Straight Connector 141"/>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37" name="Straight Connector 136"/>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114" name="Group 113"/>
            <p:cNvGrpSpPr/>
            <p:nvPr userDrawn="1"/>
          </p:nvGrpSpPr>
          <p:grpSpPr bwMode="hidden">
            <a:xfrm flipH="1">
              <a:off x="0" y="0"/>
              <a:ext cx="12192001" cy="6858000"/>
              <a:chOff x="-1" y="0"/>
              <a:chExt cx="12192001" cy="6858000"/>
            </a:xfrm>
          </p:grpSpPr>
          <p:cxnSp>
            <p:nvCxnSpPr>
              <p:cNvPr id="115" name="Straight Connector 114"/>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20" name="Group 119"/>
              <p:cNvGrpSpPr/>
              <p:nvPr/>
            </p:nvGrpSpPr>
            <p:grpSpPr bwMode="hidden">
              <a:xfrm>
                <a:off x="6327885" y="0"/>
                <a:ext cx="5864115" cy="5898673"/>
                <a:chOff x="6327885" y="0"/>
                <a:chExt cx="5864115" cy="5898673"/>
              </a:xfrm>
            </p:grpSpPr>
            <p:cxnSp>
              <p:nvCxnSpPr>
                <p:cNvPr id="126" name="Straight Connector 125"/>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21" name="Straight Connector 120"/>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Placeholder 1"/>
          <p:cNvSpPr>
            <a:spLocks noGrp="1"/>
          </p:cNvSpPr>
          <p:nvPr>
            <p:ph type="title"/>
          </p:nvPr>
        </p:nvSpPr>
        <p:spPr>
          <a:xfrm>
            <a:off x="1295400" y="503853"/>
            <a:ext cx="9601200" cy="114238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95400" y="1981201"/>
            <a:ext cx="9601200" cy="380999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48" name="Straight Connector 147"/>
          <p:cNvCxnSpPr/>
          <p:nvPr userDrawn="1"/>
        </p:nvCxnSpPr>
        <p:spPr>
          <a:xfrm>
            <a:off x="609600" y="6172200"/>
            <a:ext cx="10972800"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p:cNvSpPr>
            <a:spLocks noGrp="1"/>
          </p:cNvSpPr>
          <p:nvPr>
            <p:ph type="ftr" sz="quarter" idx="3"/>
          </p:nvPr>
        </p:nvSpPr>
        <p:spPr>
          <a:xfrm>
            <a:off x="609601" y="6289679"/>
            <a:ext cx="6128030" cy="222436"/>
          </a:xfrm>
          <a:prstGeom prst="rect">
            <a:avLst/>
          </a:prstGeom>
        </p:spPr>
        <p:txBody>
          <a:bodyPr vert="horz" lIns="91440" tIns="45720" rIns="91440" bIns="45720" rtlCol="0" anchor="ctr"/>
          <a:lstStyle>
            <a:lvl1pPr algn="l">
              <a:defRPr sz="1100">
                <a:solidFill>
                  <a:schemeClr val="tx1">
                    <a:lumMod val="90000"/>
                    <a:lumOff val="10000"/>
                  </a:schemeClr>
                </a:solidFill>
              </a:defRPr>
            </a:lvl1pPr>
          </a:lstStyle>
          <a:p>
            <a:r>
              <a:rPr lang="en-US" dirty="0"/>
              <a:t>Add a footer</a:t>
            </a:r>
          </a:p>
        </p:txBody>
      </p:sp>
      <p:sp>
        <p:nvSpPr>
          <p:cNvPr id="4" name="Date Placeholder 3"/>
          <p:cNvSpPr>
            <a:spLocks noGrp="1"/>
          </p:cNvSpPr>
          <p:nvPr>
            <p:ph type="dt" sz="half" idx="2"/>
          </p:nvPr>
        </p:nvSpPr>
        <p:spPr>
          <a:xfrm>
            <a:off x="9294042" y="6289679"/>
            <a:ext cx="965946"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B51B2453-8663-4C69-AF73-9FD7B1DEC5D0}" type="datetime1">
              <a:rPr lang="en-US" smtClean="0"/>
              <a:pPr/>
              <a:t>2/28/2025</a:t>
            </a:fld>
            <a:endParaRPr lang="en-US" dirty="0"/>
          </a:p>
        </p:txBody>
      </p:sp>
      <p:sp>
        <p:nvSpPr>
          <p:cNvPr id="6" name="Slide Number Placeholder 5"/>
          <p:cNvSpPr>
            <a:spLocks noGrp="1"/>
          </p:cNvSpPr>
          <p:nvPr>
            <p:ph type="sldNum" sz="quarter" idx="4"/>
          </p:nvPr>
        </p:nvSpPr>
        <p:spPr>
          <a:xfrm>
            <a:off x="10665311" y="6289679"/>
            <a:ext cx="918882"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E31375A4-56A4-47D6-9801-1991572033F7}" type="slidenum">
              <a:rPr lang="en-US" smtClean="0"/>
              <a:pPr/>
              <a:t>‹#›</a:t>
            </a:fld>
            <a:endParaRPr lang="en-US" dirty="0"/>
          </a:p>
        </p:txBody>
      </p: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9"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atxfiles.netgate.com/mirror/downloads/"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3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3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3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3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83626" y="3262344"/>
            <a:ext cx="9604310" cy="1036940"/>
          </a:xfrm>
        </p:spPr>
        <p:txBody>
          <a:bodyPr>
            <a:normAutofit/>
          </a:bodyPr>
          <a:lstStyle/>
          <a:p>
            <a:pPr algn="ctr"/>
            <a:r>
              <a:rPr lang="en-US" sz="5000" dirty="0">
                <a:latin typeface="Tahoma" panose="020B0604030504040204" pitchFamily="34" charset="0"/>
                <a:ea typeface="Tahoma" panose="020B0604030504040204" pitchFamily="34" charset="0"/>
                <a:cs typeface="Tahoma" panose="020B0604030504040204" pitchFamily="34" charset="0"/>
              </a:rPr>
              <a:t>CĂN BẢN VỀ PFSENSE</a:t>
            </a:r>
          </a:p>
        </p:txBody>
      </p:sp>
      <p:sp>
        <p:nvSpPr>
          <p:cNvPr id="3" name="Subtitle 2"/>
          <p:cNvSpPr>
            <a:spLocks noGrp="1"/>
          </p:cNvSpPr>
          <p:nvPr>
            <p:ph type="subTitle" idx="1"/>
          </p:nvPr>
        </p:nvSpPr>
        <p:spPr/>
        <p:txBody>
          <a:bodyPr/>
          <a:lstStyle/>
          <a:p>
            <a:pPr algn="ctr"/>
            <a:r>
              <a:rPr lang="en-US" dirty="0" err="1">
                <a:solidFill>
                  <a:srgbClr val="0070C0"/>
                </a:solidFill>
              </a:rPr>
              <a:t>Nguyễn</a:t>
            </a:r>
            <a:r>
              <a:rPr lang="en-US" dirty="0">
                <a:solidFill>
                  <a:srgbClr val="0070C0"/>
                </a:solidFill>
              </a:rPr>
              <a:t> Văn Bình</a:t>
            </a:r>
          </a:p>
        </p:txBody>
      </p:sp>
      <p:pic>
        <p:nvPicPr>
          <p:cNvPr id="1026" name="Picture 2" descr="Sử dụng template firewall- Pfsense trên Cloud Nhân Hòa | Cloud365">
            <a:extLst>
              <a:ext uri="{FF2B5EF4-FFF2-40B4-BE49-F238E27FC236}">
                <a16:creationId xmlns:a16="http://schemas.microsoft.com/office/drawing/2014/main" id="{A295C8E5-B611-C04A-0B8A-147981D83F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2425" y="287937"/>
            <a:ext cx="3943350" cy="11620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8C9C1D70-ED90-C5DB-9A6E-3CFE708086CF}"/>
              </a:ext>
            </a:extLst>
          </p:cNvPr>
          <p:cNvPicPr>
            <a:picLocks noChangeAspect="1"/>
          </p:cNvPicPr>
          <p:nvPr/>
        </p:nvPicPr>
        <p:blipFill>
          <a:blip r:embed="rId3"/>
          <a:stretch>
            <a:fillRect/>
          </a:stretch>
        </p:blipFill>
        <p:spPr>
          <a:xfrm>
            <a:off x="2442576" y="1509143"/>
            <a:ext cx="2075050" cy="1640278"/>
          </a:xfrm>
          <a:prstGeom prst="rect">
            <a:avLst/>
          </a:prstGeom>
        </p:spPr>
      </p:pic>
      <p:pic>
        <p:nvPicPr>
          <p:cNvPr id="8" name="Picture 7">
            <a:extLst>
              <a:ext uri="{FF2B5EF4-FFF2-40B4-BE49-F238E27FC236}">
                <a16:creationId xmlns:a16="http://schemas.microsoft.com/office/drawing/2014/main" id="{DF6CCD33-9691-CB17-8653-D228C2BB40BC}"/>
              </a:ext>
            </a:extLst>
          </p:cNvPr>
          <p:cNvPicPr>
            <a:picLocks noChangeAspect="1"/>
          </p:cNvPicPr>
          <p:nvPr/>
        </p:nvPicPr>
        <p:blipFill>
          <a:blip r:embed="rId4"/>
          <a:stretch>
            <a:fillRect/>
          </a:stretch>
        </p:blipFill>
        <p:spPr>
          <a:xfrm>
            <a:off x="5058475" y="1811859"/>
            <a:ext cx="2075050" cy="1215816"/>
          </a:xfrm>
          <a:prstGeom prst="rect">
            <a:avLst/>
          </a:prstGeom>
        </p:spPr>
      </p:pic>
      <p:pic>
        <p:nvPicPr>
          <p:cNvPr id="10" name="Picture 9">
            <a:extLst>
              <a:ext uri="{FF2B5EF4-FFF2-40B4-BE49-F238E27FC236}">
                <a16:creationId xmlns:a16="http://schemas.microsoft.com/office/drawing/2014/main" id="{0F7A7092-9DAC-97D4-280A-7AB8558E6D12}"/>
              </a:ext>
            </a:extLst>
          </p:cNvPr>
          <p:cNvPicPr>
            <a:picLocks noChangeAspect="1"/>
          </p:cNvPicPr>
          <p:nvPr/>
        </p:nvPicPr>
        <p:blipFill>
          <a:blip r:embed="rId5"/>
          <a:stretch>
            <a:fillRect/>
          </a:stretch>
        </p:blipFill>
        <p:spPr>
          <a:xfrm>
            <a:off x="7674374" y="1916258"/>
            <a:ext cx="2435784" cy="1057643"/>
          </a:xfrm>
          <a:prstGeom prst="rect">
            <a:avLst/>
          </a:prstGeom>
        </p:spPr>
      </p:pic>
    </p:spTree>
    <p:extLst>
      <p:ext uri="{BB962C8B-B14F-4D97-AF65-F5344CB8AC3E}">
        <p14:creationId xmlns:p14="http://schemas.microsoft.com/office/powerpoint/2010/main" val="106904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848C006-10AB-0794-D92B-E62E3E19B05E}"/>
              </a:ext>
            </a:extLst>
          </p:cNvPr>
          <p:cNvSpPr txBox="1"/>
          <p:nvPr/>
        </p:nvSpPr>
        <p:spPr>
          <a:xfrm>
            <a:off x="2244306" y="2001329"/>
            <a:ext cx="7703388" cy="830997"/>
          </a:xfrm>
          <a:prstGeom prst="rect">
            <a:avLst/>
          </a:prstGeom>
          <a:noFill/>
        </p:spPr>
        <p:txBody>
          <a:bodyPr wrap="square" rtlCol="0">
            <a:spAutoFit/>
          </a:bodyPr>
          <a:lstStyle/>
          <a:p>
            <a:pPr algn="ctr"/>
            <a:r>
              <a:rPr lang="en-US" sz="2400" b="1" dirty="0">
                <a:solidFill>
                  <a:srgbClr val="0070C0"/>
                </a:solidFill>
              </a:rPr>
              <a:t>PHẦN 1</a:t>
            </a:r>
          </a:p>
          <a:p>
            <a:pPr algn="ctr"/>
            <a:r>
              <a:rPr lang="en-US" sz="2400" b="1" dirty="0">
                <a:solidFill>
                  <a:srgbClr val="0070C0"/>
                </a:solidFill>
              </a:rPr>
              <a:t>GIỚI THIỆU TỔNG QUAN</a:t>
            </a:r>
          </a:p>
        </p:txBody>
      </p:sp>
    </p:spTree>
    <p:extLst>
      <p:ext uri="{BB962C8B-B14F-4D97-AF65-F5344CB8AC3E}">
        <p14:creationId xmlns:p14="http://schemas.microsoft.com/office/powerpoint/2010/main" val="629058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18067"/>
          </a:xfrm>
        </p:spPr>
        <p:txBody>
          <a:bodyPr>
            <a:normAutofit/>
          </a:bodyPr>
          <a:lstStyle/>
          <a:p>
            <a:pPr algn="ctr"/>
            <a:r>
              <a:rPr lang="en-US" sz="3000" dirty="0" err="1">
                <a:solidFill>
                  <a:srgbClr val="0070C0"/>
                </a:solidFill>
              </a:rPr>
              <a:t>Lịch</a:t>
            </a:r>
            <a:r>
              <a:rPr lang="en-US" sz="3000" dirty="0">
                <a:solidFill>
                  <a:srgbClr val="0070C0"/>
                </a:solidFill>
              </a:rPr>
              <a:t> </a:t>
            </a:r>
            <a:r>
              <a:rPr lang="en-US" sz="3000" dirty="0" err="1">
                <a:solidFill>
                  <a:srgbClr val="0070C0"/>
                </a:solidFill>
              </a:rPr>
              <a:t>sử</a:t>
            </a:r>
            <a:r>
              <a:rPr lang="en-US" sz="3000" dirty="0">
                <a:solidFill>
                  <a:srgbClr val="0070C0"/>
                </a:solidFill>
              </a:rPr>
              <a:t> </a:t>
            </a:r>
            <a:r>
              <a:rPr lang="en-US" sz="3000" dirty="0" err="1">
                <a:solidFill>
                  <a:srgbClr val="0070C0"/>
                </a:solidFill>
              </a:rPr>
              <a:t>phát</a:t>
            </a:r>
            <a:r>
              <a:rPr lang="en-US" sz="3000" dirty="0">
                <a:solidFill>
                  <a:srgbClr val="0070C0"/>
                </a:solidFill>
              </a:rPr>
              <a:t> </a:t>
            </a:r>
            <a:r>
              <a:rPr lang="en-US" sz="3000" dirty="0" err="1">
                <a:solidFill>
                  <a:srgbClr val="0070C0"/>
                </a:solidFill>
              </a:rPr>
              <a:t>triển</a:t>
            </a:r>
            <a:r>
              <a:rPr lang="en-US" sz="3000" dirty="0">
                <a:solidFill>
                  <a:srgbClr val="0070C0"/>
                </a:solidFill>
              </a:rPr>
              <a:t> </a:t>
            </a:r>
            <a:r>
              <a:rPr lang="en-US" sz="3000" dirty="0" err="1">
                <a:solidFill>
                  <a:srgbClr val="0070C0"/>
                </a:solidFill>
              </a:rPr>
              <a:t>của</a:t>
            </a:r>
            <a:r>
              <a:rPr lang="en-US" sz="3000" dirty="0">
                <a:solidFill>
                  <a:srgbClr val="0070C0"/>
                </a:solidFill>
              </a:rPr>
              <a:t> </a:t>
            </a:r>
            <a:r>
              <a:rPr lang="en-US" sz="3000">
                <a:solidFill>
                  <a:srgbClr val="0070C0"/>
                </a:solidFill>
              </a:rPr>
              <a:t>pfSense</a:t>
            </a:r>
            <a:endParaRPr lang="en-US" sz="3000" dirty="0">
              <a:solidFill>
                <a:srgbClr val="0070C0"/>
              </a:solidFill>
            </a:endParaRPr>
          </a:p>
        </p:txBody>
      </p:sp>
      <p:sp>
        <p:nvSpPr>
          <p:cNvPr id="5" name="TextBox 4">
            <a:extLst>
              <a:ext uri="{FF2B5EF4-FFF2-40B4-BE49-F238E27FC236}">
                <a16:creationId xmlns:a16="http://schemas.microsoft.com/office/drawing/2014/main" id="{0DAC2CA5-FA25-CDD1-84C4-C332AB4B1E29}"/>
              </a:ext>
            </a:extLst>
          </p:cNvPr>
          <p:cNvSpPr txBox="1"/>
          <p:nvPr/>
        </p:nvSpPr>
        <p:spPr>
          <a:xfrm>
            <a:off x="1093396" y="898370"/>
            <a:ext cx="9810391" cy="2177519"/>
          </a:xfrm>
          <a:prstGeom prst="rect">
            <a:avLst/>
          </a:prstGeom>
          <a:noFill/>
        </p:spPr>
        <p:txBody>
          <a:bodyPr wrap="square">
            <a:spAutoFit/>
          </a:bodyPr>
          <a:lstStyle/>
          <a:p>
            <a:pPr algn="l">
              <a:spcBef>
                <a:spcPts val="300"/>
              </a:spcBef>
              <a:buFont typeface="Arial" panose="020B0604020202020204" pitchFamily="34" charset="0"/>
              <a:buChar char="•"/>
            </a:pPr>
            <a:r>
              <a:rPr lang="en-US" sz="1600" b="0" i="0" dirty="0">
                <a:solidFill>
                  <a:schemeClr val="tx2"/>
                </a:solidFill>
                <a:effectLst/>
              </a:rPr>
              <a:t> </a:t>
            </a:r>
            <a:r>
              <a:rPr lang="vi-VN" sz="1600" b="0" i="0" dirty="0">
                <a:solidFill>
                  <a:schemeClr val="tx2"/>
                </a:solidFill>
                <a:effectLst/>
              </a:rPr>
              <a:t>pfSense là một </a:t>
            </a:r>
            <a:r>
              <a:rPr lang="vi-VN" sz="1600" b="1" i="0" dirty="0">
                <a:solidFill>
                  <a:schemeClr val="tx2"/>
                </a:solidFill>
                <a:effectLst/>
              </a:rPr>
              <a:t>giải pháp tường lửa mã nguồn mở</a:t>
            </a:r>
            <a:r>
              <a:rPr lang="vi-VN" sz="1600" b="0" i="0" dirty="0">
                <a:solidFill>
                  <a:schemeClr val="tx2"/>
                </a:solidFill>
                <a:effectLst/>
              </a:rPr>
              <a:t> (open-source firewall) dựa trên hệ điều hành FreeBSD</a:t>
            </a:r>
            <a:r>
              <a:rPr lang="en-US" sz="1600" b="0" i="0" dirty="0">
                <a:solidFill>
                  <a:schemeClr val="tx2"/>
                </a:solidFill>
                <a:effectLst/>
              </a:rPr>
              <a:t>, </a:t>
            </a:r>
            <a:r>
              <a:rPr lang="vi-VN" sz="1600" b="0" i="0" dirty="0">
                <a:solidFill>
                  <a:schemeClr val="tx2"/>
                </a:solidFill>
                <a:effectLst/>
              </a:rPr>
              <a:t>được phát triển bởi Chris Buechler và Scott Ullrich vào năm 2004</a:t>
            </a:r>
            <a:r>
              <a:rPr lang="en-US" sz="1600" b="0" i="0" dirty="0">
                <a:solidFill>
                  <a:schemeClr val="tx2"/>
                </a:solidFill>
                <a:effectLst/>
              </a:rPr>
              <a:t>.</a:t>
            </a:r>
            <a:endParaRPr lang="vi-VN" sz="1600" b="0" i="0" dirty="0">
              <a:solidFill>
                <a:schemeClr val="tx2"/>
              </a:solidFill>
              <a:effectLst/>
            </a:endParaRPr>
          </a:p>
          <a:p>
            <a:pPr algn="l">
              <a:spcBef>
                <a:spcPts val="300"/>
              </a:spcBef>
              <a:buFont typeface="Arial" panose="020B0604020202020204" pitchFamily="34" charset="0"/>
              <a:buChar char="•"/>
            </a:pPr>
            <a:r>
              <a:rPr lang="en-US" sz="1600" b="0" i="0" dirty="0">
                <a:solidFill>
                  <a:schemeClr val="tx2"/>
                </a:solidFill>
                <a:effectLst/>
              </a:rPr>
              <a:t> </a:t>
            </a:r>
            <a:r>
              <a:rPr lang="en-US" sz="1600" b="0" i="0" dirty="0" err="1">
                <a:solidFill>
                  <a:schemeClr val="tx2"/>
                </a:solidFill>
                <a:effectLst/>
              </a:rPr>
              <a:t>Mục</a:t>
            </a:r>
            <a:r>
              <a:rPr lang="en-US" sz="1600" b="0" i="0" dirty="0">
                <a:solidFill>
                  <a:schemeClr val="tx2"/>
                </a:solidFill>
                <a:effectLst/>
              </a:rPr>
              <a:t> </a:t>
            </a:r>
            <a:r>
              <a:rPr lang="en-US" sz="1600" b="0" i="0" dirty="0" err="1">
                <a:solidFill>
                  <a:schemeClr val="tx2"/>
                </a:solidFill>
                <a:effectLst/>
              </a:rPr>
              <a:t>tiêu</a:t>
            </a:r>
            <a:r>
              <a:rPr lang="en-US" sz="1600" b="0" i="0" dirty="0">
                <a:solidFill>
                  <a:schemeClr val="tx2"/>
                </a:solidFill>
                <a:effectLst/>
              </a:rPr>
              <a:t> </a:t>
            </a:r>
            <a:r>
              <a:rPr lang="en-US" sz="1600" b="0" i="0" dirty="0" err="1">
                <a:solidFill>
                  <a:schemeClr val="tx2"/>
                </a:solidFill>
                <a:effectLst/>
              </a:rPr>
              <a:t>nhằm</a:t>
            </a:r>
            <a:r>
              <a:rPr lang="en-US" sz="1600" b="0" i="0" dirty="0">
                <a:solidFill>
                  <a:schemeClr val="tx2"/>
                </a:solidFill>
                <a:effectLst/>
              </a:rPr>
              <a:t> </a:t>
            </a:r>
            <a:r>
              <a:rPr lang="vi-VN" sz="1600" b="0" i="0" dirty="0">
                <a:solidFill>
                  <a:schemeClr val="tx2"/>
                </a:solidFill>
                <a:effectLst/>
              </a:rPr>
              <a:t>thay thế các giải pháp tường lửa thương mại đắt đỏ, pfSense cung cấp các tính năng mạnh mẽ và linh hoạt cho cả môi trường doanh nghiệp và cá nhân.</a:t>
            </a:r>
            <a:r>
              <a:rPr lang="en-US" sz="1600" b="0" i="0" dirty="0">
                <a:solidFill>
                  <a:schemeClr val="tx2"/>
                </a:solidFill>
                <a:effectLst/>
              </a:rPr>
              <a:t> </a:t>
            </a:r>
            <a:r>
              <a:rPr lang="en-US" sz="1600" b="0" i="0" dirty="0" err="1">
                <a:solidFill>
                  <a:schemeClr val="tx2"/>
                </a:solidFill>
                <a:effectLst/>
              </a:rPr>
              <a:t>Hiện</a:t>
            </a:r>
            <a:r>
              <a:rPr lang="en-US" sz="1600" b="0" i="0" dirty="0">
                <a:solidFill>
                  <a:schemeClr val="tx2"/>
                </a:solidFill>
                <a:effectLst/>
              </a:rPr>
              <a:t> </a:t>
            </a:r>
            <a:r>
              <a:rPr lang="en-US" sz="1600" b="0" i="0" dirty="0" err="1">
                <a:solidFill>
                  <a:schemeClr val="tx2"/>
                </a:solidFill>
                <a:effectLst/>
              </a:rPr>
              <a:t>là</a:t>
            </a:r>
            <a:r>
              <a:rPr lang="en-US" sz="1600" b="0" i="0" dirty="0">
                <a:solidFill>
                  <a:schemeClr val="tx2"/>
                </a:solidFill>
                <a:effectLst/>
              </a:rPr>
              <a:t> </a:t>
            </a:r>
            <a:r>
              <a:rPr lang="vi-VN" sz="1600" dirty="0">
                <a:solidFill>
                  <a:schemeClr val="tx2"/>
                </a:solidFill>
              </a:rPr>
              <a:t>một trong những tường lửa mã nguồn mở phổ biến nhất trên thế giới</a:t>
            </a:r>
            <a:endParaRPr lang="en-US" sz="1600" b="0" i="0" dirty="0">
              <a:solidFill>
                <a:schemeClr val="tx2"/>
              </a:solidFill>
              <a:effectLst/>
            </a:endParaRPr>
          </a:p>
          <a:p>
            <a:pPr algn="l">
              <a:spcBef>
                <a:spcPts val="300"/>
              </a:spcBef>
              <a:buFont typeface="Arial" panose="020B0604020202020204" pitchFamily="34" charset="0"/>
              <a:buChar char="•"/>
            </a:pPr>
            <a:r>
              <a:rPr lang="en-US" sz="1600" b="0" i="0" dirty="0">
                <a:solidFill>
                  <a:schemeClr val="tx2"/>
                </a:solidFill>
                <a:effectLst/>
              </a:rPr>
              <a:t> </a:t>
            </a:r>
            <a:r>
              <a:rPr lang="en-US" sz="1600" b="0" i="0" dirty="0" err="1">
                <a:solidFill>
                  <a:schemeClr val="tx2"/>
                </a:solidFill>
                <a:effectLst/>
              </a:rPr>
              <a:t>T</a:t>
            </a:r>
            <a:r>
              <a:rPr lang="en-US" sz="1600" dirty="0" err="1">
                <a:solidFill>
                  <a:schemeClr val="tx2"/>
                </a:solidFill>
              </a:rPr>
              <a:t>ừ</a:t>
            </a:r>
            <a:r>
              <a:rPr lang="en-US" sz="1600" dirty="0">
                <a:solidFill>
                  <a:schemeClr val="tx2"/>
                </a:solidFill>
              </a:rPr>
              <a:t> </a:t>
            </a:r>
            <a:r>
              <a:rPr lang="en-US" sz="1600" dirty="0" err="1">
                <a:solidFill>
                  <a:schemeClr val="tx2"/>
                </a:solidFill>
              </a:rPr>
              <a:t>phiên</a:t>
            </a:r>
            <a:r>
              <a:rPr lang="en-US" sz="1600" dirty="0">
                <a:solidFill>
                  <a:schemeClr val="tx2"/>
                </a:solidFill>
              </a:rPr>
              <a:t> </a:t>
            </a:r>
            <a:r>
              <a:rPr lang="en-US" sz="1600" dirty="0" err="1">
                <a:solidFill>
                  <a:schemeClr val="tx2"/>
                </a:solidFill>
              </a:rPr>
              <a:t>bản</a:t>
            </a:r>
            <a:r>
              <a:rPr lang="en-US" sz="1600" dirty="0">
                <a:solidFill>
                  <a:schemeClr val="tx2"/>
                </a:solidFill>
              </a:rPr>
              <a:t> </a:t>
            </a:r>
            <a:r>
              <a:rPr lang="en-US" sz="1600" dirty="0" err="1">
                <a:solidFill>
                  <a:schemeClr val="tx2"/>
                </a:solidFill>
              </a:rPr>
              <a:t>đầu</a:t>
            </a:r>
            <a:r>
              <a:rPr lang="en-US" sz="1600" dirty="0">
                <a:solidFill>
                  <a:schemeClr val="tx2"/>
                </a:solidFill>
              </a:rPr>
              <a:t> </a:t>
            </a:r>
            <a:r>
              <a:rPr lang="en-US" sz="1600" dirty="0" err="1">
                <a:solidFill>
                  <a:schemeClr val="tx2"/>
                </a:solidFill>
              </a:rPr>
              <a:t>tiên</a:t>
            </a:r>
            <a:r>
              <a:rPr lang="en-US" sz="1600" dirty="0">
                <a:solidFill>
                  <a:schemeClr val="tx2"/>
                </a:solidFill>
              </a:rPr>
              <a:t> 1.0 </a:t>
            </a:r>
            <a:r>
              <a:rPr lang="en-US" sz="1600" dirty="0" err="1">
                <a:solidFill>
                  <a:schemeClr val="tx2"/>
                </a:solidFill>
              </a:rPr>
              <a:t>vào</a:t>
            </a:r>
            <a:r>
              <a:rPr lang="en-US" sz="1600" dirty="0">
                <a:solidFill>
                  <a:schemeClr val="tx2"/>
                </a:solidFill>
              </a:rPr>
              <a:t> </a:t>
            </a:r>
            <a:r>
              <a:rPr lang="en-US" sz="1600" dirty="0" err="1">
                <a:solidFill>
                  <a:schemeClr val="tx2"/>
                </a:solidFill>
              </a:rPr>
              <a:t>năm</a:t>
            </a:r>
            <a:r>
              <a:rPr lang="en-US" sz="1600" dirty="0">
                <a:solidFill>
                  <a:schemeClr val="tx2"/>
                </a:solidFill>
              </a:rPr>
              <a:t> 2026, </a:t>
            </a:r>
            <a:r>
              <a:rPr lang="en-US" sz="1600" dirty="0" err="1">
                <a:solidFill>
                  <a:schemeClr val="tx2"/>
                </a:solidFill>
              </a:rPr>
              <a:t>đến</a:t>
            </a:r>
            <a:r>
              <a:rPr lang="en-US" sz="1600" dirty="0">
                <a:solidFill>
                  <a:schemeClr val="tx2"/>
                </a:solidFill>
              </a:rPr>
              <a:t> nay </a:t>
            </a:r>
            <a:r>
              <a:rPr lang="en-US" sz="1600" dirty="0" err="1">
                <a:solidFill>
                  <a:schemeClr val="tx2"/>
                </a:solidFill>
              </a:rPr>
              <a:t>phiên</a:t>
            </a:r>
            <a:r>
              <a:rPr lang="en-US" sz="1600" dirty="0">
                <a:solidFill>
                  <a:schemeClr val="tx2"/>
                </a:solidFill>
              </a:rPr>
              <a:t> </a:t>
            </a:r>
            <a:r>
              <a:rPr lang="en-US" sz="1600" dirty="0" err="1">
                <a:solidFill>
                  <a:schemeClr val="tx2"/>
                </a:solidFill>
              </a:rPr>
              <a:t>bản</a:t>
            </a:r>
            <a:r>
              <a:rPr lang="en-US" sz="1600" dirty="0">
                <a:solidFill>
                  <a:schemeClr val="tx2"/>
                </a:solidFill>
              </a:rPr>
              <a:t> </a:t>
            </a:r>
            <a:r>
              <a:rPr lang="en-US" sz="1600" dirty="0" err="1">
                <a:solidFill>
                  <a:schemeClr val="tx2"/>
                </a:solidFill>
              </a:rPr>
              <a:t>mới</a:t>
            </a:r>
            <a:r>
              <a:rPr lang="en-US" sz="1600" dirty="0">
                <a:solidFill>
                  <a:schemeClr val="tx2"/>
                </a:solidFill>
              </a:rPr>
              <a:t> </a:t>
            </a:r>
            <a:r>
              <a:rPr lang="en-US" sz="1600" dirty="0" err="1">
                <a:solidFill>
                  <a:schemeClr val="tx2"/>
                </a:solidFill>
              </a:rPr>
              <a:t>nhất</a:t>
            </a:r>
            <a:r>
              <a:rPr lang="en-US" sz="1600" dirty="0">
                <a:solidFill>
                  <a:schemeClr val="tx2"/>
                </a:solidFill>
              </a:rPr>
              <a:t> </a:t>
            </a:r>
            <a:r>
              <a:rPr lang="en-US" sz="1600" dirty="0" err="1">
                <a:solidFill>
                  <a:schemeClr val="tx2"/>
                </a:solidFill>
              </a:rPr>
              <a:t>là</a:t>
            </a:r>
            <a:r>
              <a:rPr lang="en-US" sz="1600" dirty="0">
                <a:solidFill>
                  <a:schemeClr val="tx2"/>
                </a:solidFill>
              </a:rPr>
              <a:t> 2.7.2.</a:t>
            </a:r>
          </a:p>
          <a:p>
            <a:pPr algn="l">
              <a:spcBef>
                <a:spcPts val="300"/>
              </a:spcBef>
              <a:buFont typeface="Arial" panose="020B0604020202020204" pitchFamily="34" charset="0"/>
              <a:buChar char="•"/>
            </a:pPr>
            <a:r>
              <a:rPr lang="en-US" sz="1600" b="0" i="0" dirty="0">
                <a:solidFill>
                  <a:schemeClr val="tx2"/>
                </a:solidFill>
                <a:effectLst/>
              </a:rPr>
              <a:t> </a:t>
            </a:r>
            <a:r>
              <a:rPr lang="en-US" sz="1600" b="0" i="0" dirty="0" err="1">
                <a:solidFill>
                  <a:schemeClr val="tx2"/>
                </a:solidFill>
                <a:effectLst/>
              </a:rPr>
              <a:t>pfSense</a:t>
            </a:r>
            <a:r>
              <a:rPr lang="en-US" sz="1600" b="0" i="0" dirty="0">
                <a:solidFill>
                  <a:schemeClr val="tx2"/>
                </a:solidFill>
                <a:effectLst/>
              </a:rPr>
              <a:t> </a:t>
            </a:r>
            <a:r>
              <a:rPr lang="en-US" sz="1600" b="0" i="0" dirty="0" err="1">
                <a:solidFill>
                  <a:schemeClr val="tx2"/>
                </a:solidFill>
                <a:effectLst/>
              </a:rPr>
              <a:t>cũng</a:t>
            </a:r>
            <a:r>
              <a:rPr lang="en-US" sz="1600" b="0" i="0" dirty="0">
                <a:solidFill>
                  <a:schemeClr val="tx2"/>
                </a:solidFill>
                <a:effectLst/>
              </a:rPr>
              <a:t> </a:t>
            </a:r>
            <a:r>
              <a:rPr lang="en-US" sz="1600" b="0" i="0" dirty="0" err="1">
                <a:solidFill>
                  <a:schemeClr val="tx2"/>
                </a:solidFill>
                <a:effectLst/>
              </a:rPr>
              <a:t>có</a:t>
            </a:r>
            <a:r>
              <a:rPr lang="en-US" sz="1600" b="0" i="0" dirty="0">
                <a:solidFill>
                  <a:schemeClr val="tx2"/>
                </a:solidFill>
                <a:effectLst/>
              </a:rPr>
              <a:t> </a:t>
            </a:r>
            <a:r>
              <a:rPr lang="en-US" sz="1600" b="0" i="0" dirty="0" err="1">
                <a:solidFill>
                  <a:schemeClr val="tx2"/>
                </a:solidFill>
                <a:effectLst/>
              </a:rPr>
              <a:t>hai</a:t>
            </a:r>
            <a:r>
              <a:rPr lang="en-US" sz="1600" b="0" i="0" dirty="0">
                <a:solidFill>
                  <a:schemeClr val="tx2"/>
                </a:solidFill>
                <a:effectLst/>
              </a:rPr>
              <a:t> </a:t>
            </a:r>
            <a:r>
              <a:rPr lang="en-US" sz="1600" b="0" i="0" dirty="0" err="1">
                <a:solidFill>
                  <a:schemeClr val="tx2"/>
                </a:solidFill>
                <a:effectLst/>
              </a:rPr>
              <a:t>bản</a:t>
            </a:r>
            <a:r>
              <a:rPr lang="en-US" sz="1600" b="0" i="0" dirty="0">
                <a:solidFill>
                  <a:schemeClr val="tx2"/>
                </a:solidFill>
                <a:effectLst/>
              </a:rPr>
              <a:t> </a:t>
            </a:r>
            <a:r>
              <a:rPr lang="en-US" sz="1600" b="0" i="0" dirty="0" err="1">
                <a:solidFill>
                  <a:schemeClr val="tx2"/>
                </a:solidFill>
                <a:effectLst/>
              </a:rPr>
              <a:t>riêng</a:t>
            </a:r>
            <a:r>
              <a:rPr lang="en-US" sz="1600" b="0" i="0" dirty="0">
                <a:solidFill>
                  <a:schemeClr val="tx2"/>
                </a:solidFill>
                <a:effectLst/>
              </a:rPr>
              <a:t> </a:t>
            </a:r>
            <a:r>
              <a:rPr lang="en-US" sz="1600" b="0" i="0" dirty="0" err="1">
                <a:solidFill>
                  <a:schemeClr val="tx2"/>
                </a:solidFill>
                <a:effectLst/>
              </a:rPr>
              <a:t>là</a:t>
            </a:r>
            <a:r>
              <a:rPr lang="en-US" sz="1600" b="0" i="0" dirty="0">
                <a:solidFill>
                  <a:schemeClr val="tx2"/>
                </a:solidFill>
                <a:effectLst/>
              </a:rPr>
              <a:t> </a:t>
            </a:r>
            <a:r>
              <a:rPr lang="en-US" sz="1600" b="0" i="0" dirty="0" err="1">
                <a:solidFill>
                  <a:schemeClr val="tx2"/>
                </a:solidFill>
                <a:effectLst/>
              </a:rPr>
              <a:t>pfSense</a:t>
            </a:r>
            <a:r>
              <a:rPr lang="en-US" sz="1600" b="0" i="0" dirty="0">
                <a:solidFill>
                  <a:schemeClr val="tx2"/>
                </a:solidFill>
                <a:effectLst/>
              </a:rPr>
              <a:t> </a:t>
            </a:r>
            <a:r>
              <a:rPr lang="en-US" sz="1600" b="1" i="0" dirty="0">
                <a:solidFill>
                  <a:schemeClr val="tx2"/>
                </a:solidFill>
                <a:effectLst/>
              </a:rPr>
              <a:t>Community Edition (CE) </a:t>
            </a:r>
            <a:r>
              <a:rPr lang="en-US" sz="1600" b="0" i="0" dirty="0" err="1">
                <a:solidFill>
                  <a:schemeClr val="tx2"/>
                </a:solidFill>
                <a:effectLst/>
              </a:rPr>
              <a:t>miễn</a:t>
            </a:r>
            <a:r>
              <a:rPr lang="en-US" sz="1600" b="0" i="0" dirty="0">
                <a:solidFill>
                  <a:schemeClr val="tx2"/>
                </a:solidFill>
                <a:effectLst/>
              </a:rPr>
              <a:t> </a:t>
            </a:r>
            <a:r>
              <a:rPr lang="en-US" sz="1600" b="0" i="0" dirty="0" err="1">
                <a:solidFill>
                  <a:schemeClr val="tx2"/>
                </a:solidFill>
                <a:effectLst/>
              </a:rPr>
              <a:t>phí</a:t>
            </a:r>
            <a:r>
              <a:rPr lang="en-US" sz="1600" b="0" i="0" dirty="0">
                <a:solidFill>
                  <a:schemeClr val="tx2"/>
                </a:solidFill>
                <a:effectLst/>
              </a:rPr>
              <a:t> </a:t>
            </a:r>
            <a:r>
              <a:rPr lang="en-US" sz="1600" b="0" i="0" dirty="0" err="1">
                <a:solidFill>
                  <a:schemeClr val="tx2"/>
                </a:solidFill>
                <a:effectLst/>
              </a:rPr>
              <a:t>và</a:t>
            </a:r>
            <a:r>
              <a:rPr lang="en-US" sz="1600" b="0" i="0" dirty="0">
                <a:solidFill>
                  <a:schemeClr val="tx2"/>
                </a:solidFill>
                <a:effectLst/>
              </a:rPr>
              <a:t> </a:t>
            </a:r>
            <a:r>
              <a:rPr lang="en-US" sz="1600" b="1" i="0" dirty="0" err="1">
                <a:solidFill>
                  <a:schemeClr val="tx2"/>
                </a:solidFill>
                <a:effectLst/>
              </a:rPr>
              <a:t>pfSense</a:t>
            </a:r>
            <a:r>
              <a:rPr lang="en-US" sz="1600" b="1" i="0" dirty="0">
                <a:solidFill>
                  <a:schemeClr val="tx2"/>
                </a:solidFill>
                <a:effectLst/>
              </a:rPr>
              <a:t> Plus </a:t>
            </a:r>
            <a:r>
              <a:rPr lang="en-US" sz="1600" b="0" i="0" dirty="0" err="1">
                <a:solidFill>
                  <a:schemeClr val="tx2"/>
                </a:solidFill>
                <a:effectLst/>
              </a:rPr>
              <a:t>thương</a:t>
            </a:r>
            <a:r>
              <a:rPr lang="en-US" sz="1600" b="0" i="0" dirty="0">
                <a:solidFill>
                  <a:schemeClr val="tx2"/>
                </a:solidFill>
                <a:effectLst/>
              </a:rPr>
              <a:t> </a:t>
            </a:r>
            <a:r>
              <a:rPr lang="en-US" sz="1600" b="0" i="0" dirty="0" err="1">
                <a:solidFill>
                  <a:schemeClr val="tx2"/>
                </a:solidFill>
                <a:effectLst/>
              </a:rPr>
              <a:t>mại</a:t>
            </a:r>
            <a:r>
              <a:rPr lang="en-US" sz="1600" b="0" i="0" dirty="0">
                <a:solidFill>
                  <a:schemeClr val="tx2"/>
                </a:solidFill>
                <a:effectLst/>
              </a:rPr>
              <a:t> </a:t>
            </a:r>
            <a:r>
              <a:rPr lang="en-US" sz="1600" b="0" i="0" dirty="0" err="1">
                <a:solidFill>
                  <a:schemeClr val="tx2"/>
                </a:solidFill>
                <a:effectLst/>
              </a:rPr>
              <a:t>được</a:t>
            </a:r>
            <a:r>
              <a:rPr lang="en-US" sz="1600" b="0" i="0" dirty="0">
                <a:solidFill>
                  <a:schemeClr val="tx2"/>
                </a:solidFill>
                <a:effectLst/>
              </a:rPr>
              <a:t> </a:t>
            </a:r>
            <a:r>
              <a:rPr lang="en-US" sz="1600" b="0" i="0" dirty="0" err="1">
                <a:solidFill>
                  <a:schemeClr val="tx2"/>
                </a:solidFill>
                <a:effectLst/>
              </a:rPr>
              <a:t>phát</a:t>
            </a:r>
            <a:r>
              <a:rPr lang="en-US" sz="1600" b="0" i="0" dirty="0">
                <a:solidFill>
                  <a:schemeClr val="tx2"/>
                </a:solidFill>
                <a:effectLst/>
              </a:rPr>
              <a:t> </a:t>
            </a:r>
            <a:r>
              <a:rPr lang="en-US" sz="1600" b="0" i="0" dirty="0" err="1">
                <a:solidFill>
                  <a:schemeClr val="tx2"/>
                </a:solidFill>
                <a:effectLst/>
              </a:rPr>
              <a:t>triển</a:t>
            </a:r>
            <a:r>
              <a:rPr lang="en-US" sz="1600" b="0" i="0" dirty="0">
                <a:solidFill>
                  <a:schemeClr val="tx2"/>
                </a:solidFill>
                <a:effectLst/>
              </a:rPr>
              <a:t> </a:t>
            </a:r>
            <a:r>
              <a:rPr lang="en-US" sz="1600" b="0" i="0" dirty="0" err="1">
                <a:solidFill>
                  <a:schemeClr val="tx2"/>
                </a:solidFill>
                <a:effectLst/>
              </a:rPr>
              <a:t>và</a:t>
            </a:r>
            <a:r>
              <a:rPr lang="en-US" sz="1600" b="0" i="0" dirty="0">
                <a:solidFill>
                  <a:schemeClr val="tx2"/>
                </a:solidFill>
                <a:effectLst/>
              </a:rPr>
              <a:t> </a:t>
            </a:r>
            <a:r>
              <a:rPr lang="en-US" sz="1600" dirty="0" err="1">
                <a:solidFill>
                  <a:schemeClr val="tx2"/>
                </a:solidFill>
              </a:rPr>
              <a:t>hỗ</a:t>
            </a:r>
            <a:r>
              <a:rPr lang="en-US" sz="1600" dirty="0">
                <a:solidFill>
                  <a:schemeClr val="tx2"/>
                </a:solidFill>
              </a:rPr>
              <a:t> </a:t>
            </a:r>
            <a:r>
              <a:rPr lang="en-US" sz="1600" dirty="0" err="1">
                <a:solidFill>
                  <a:schemeClr val="tx2"/>
                </a:solidFill>
              </a:rPr>
              <a:t>trợ</a:t>
            </a:r>
            <a:r>
              <a:rPr lang="en-US" sz="1600" dirty="0">
                <a:solidFill>
                  <a:schemeClr val="tx2"/>
                </a:solidFill>
              </a:rPr>
              <a:t> </a:t>
            </a:r>
            <a:r>
              <a:rPr lang="en-US" sz="1600" b="0" i="0" dirty="0" err="1">
                <a:solidFill>
                  <a:schemeClr val="tx2"/>
                </a:solidFill>
                <a:effectLst/>
              </a:rPr>
              <a:t>bởi</a:t>
            </a:r>
            <a:r>
              <a:rPr lang="en-US" sz="1600" b="0" i="0" dirty="0">
                <a:solidFill>
                  <a:schemeClr val="tx2"/>
                </a:solidFill>
                <a:effectLst/>
              </a:rPr>
              <a:t> </a:t>
            </a:r>
            <a:r>
              <a:rPr lang="en-US" sz="1600" b="0" i="0" dirty="0" err="1">
                <a:solidFill>
                  <a:schemeClr val="tx2"/>
                </a:solidFill>
                <a:effectLst/>
              </a:rPr>
              <a:t>Netgate</a:t>
            </a:r>
            <a:r>
              <a:rPr lang="en-US" sz="1600" b="0" i="0" dirty="0">
                <a:solidFill>
                  <a:schemeClr val="tx2"/>
                </a:solidFill>
                <a:effectLst/>
              </a:rPr>
              <a:t>.</a:t>
            </a:r>
            <a:endParaRPr lang="vi-VN" sz="1600" b="0" i="0" dirty="0">
              <a:solidFill>
                <a:schemeClr val="tx2"/>
              </a:solidFill>
              <a:effectLst/>
            </a:endParaRPr>
          </a:p>
        </p:txBody>
      </p:sp>
    </p:spTree>
    <p:extLst>
      <p:ext uri="{BB962C8B-B14F-4D97-AF65-F5344CB8AC3E}">
        <p14:creationId xmlns:p14="http://schemas.microsoft.com/office/powerpoint/2010/main" val="3984617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94A88-8097-3925-C21B-A20B18FDE6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4D65F1-72A7-904D-27D3-44F0D5AFA7E9}"/>
              </a:ext>
            </a:extLst>
          </p:cNvPr>
          <p:cNvSpPr>
            <a:spLocks noGrp="1"/>
          </p:cNvSpPr>
          <p:nvPr>
            <p:ph type="title"/>
          </p:nvPr>
        </p:nvSpPr>
        <p:spPr>
          <a:xfrm>
            <a:off x="0" y="0"/>
            <a:ext cx="12192000" cy="618067"/>
          </a:xfrm>
        </p:spPr>
        <p:txBody>
          <a:bodyPr>
            <a:normAutofit/>
          </a:bodyPr>
          <a:lstStyle/>
          <a:p>
            <a:pPr algn="ctr"/>
            <a:r>
              <a:rPr lang="en-US" sz="3000" dirty="0" err="1">
                <a:solidFill>
                  <a:srgbClr val="0070C0"/>
                </a:solidFill>
              </a:rPr>
              <a:t>Tính</a:t>
            </a:r>
            <a:r>
              <a:rPr lang="en-US" sz="3000" dirty="0">
                <a:solidFill>
                  <a:srgbClr val="0070C0"/>
                </a:solidFill>
              </a:rPr>
              <a:t> </a:t>
            </a:r>
            <a:r>
              <a:rPr lang="en-US" sz="3000" dirty="0" err="1">
                <a:solidFill>
                  <a:srgbClr val="0070C0"/>
                </a:solidFill>
              </a:rPr>
              <a:t>năng</a:t>
            </a:r>
            <a:r>
              <a:rPr lang="en-US" sz="3000" dirty="0">
                <a:solidFill>
                  <a:srgbClr val="0070C0"/>
                </a:solidFill>
              </a:rPr>
              <a:t> </a:t>
            </a:r>
            <a:r>
              <a:rPr lang="en-US" sz="3000" dirty="0" err="1">
                <a:solidFill>
                  <a:srgbClr val="0070C0"/>
                </a:solidFill>
              </a:rPr>
              <a:t>nổi</a:t>
            </a:r>
            <a:r>
              <a:rPr lang="en-US" sz="3000" dirty="0">
                <a:solidFill>
                  <a:srgbClr val="0070C0"/>
                </a:solidFill>
              </a:rPr>
              <a:t> </a:t>
            </a:r>
            <a:r>
              <a:rPr lang="en-US" sz="3000" dirty="0" err="1">
                <a:solidFill>
                  <a:srgbClr val="0070C0"/>
                </a:solidFill>
              </a:rPr>
              <a:t>bật</a:t>
            </a:r>
            <a:endParaRPr lang="en-US" sz="3000" dirty="0">
              <a:solidFill>
                <a:srgbClr val="0070C0"/>
              </a:solidFill>
            </a:endParaRPr>
          </a:p>
        </p:txBody>
      </p:sp>
      <p:sp>
        <p:nvSpPr>
          <p:cNvPr id="5" name="TextBox 4">
            <a:extLst>
              <a:ext uri="{FF2B5EF4-FFF2-40B4-BE49-F238E27FC236}">
                <a16:creationId xmlns:a16="http://schemas.microsoft.com/office/drawing/2014/main" id="{9D9E3BFA-1D8C-1BCF-2806-16BD66E6BA99}"/>
              </a:ext>
            </a:extLst>
          </p:cNvPr>
          <p:cNvSpPr txBox="1"/>
          <p:nvPr/>
        </p:nvSpPr>
        <p:spPr>
          <a:xfrm>
            <a:off x="1093396" y="898370"/>
            <a:ext cx="9810391" cy="2539157"/>
          </a:xfrm>
          <a:prstGeom prst="rect">
            <a:avLst/>
          </a:prstGeom>
          <a:noFill/>
        </p:spPr>
        <p:txBody>
          <a:bodyPr wrap="square">
            <a:spAutoFit/>
          </a:bodyPr>
          <a:lstStyle/>
          <a:p>
            <a:pPr algn="l">
              <a:spcBef>
                <a:spcPts val="300"/>
              </a:spcBef>
              <a:buFont typeface="Arial" panose="020B0604020202020204" pitchFamily="34" charset="0"/>
              <a:buChar char="•"/>
            </a:pPr>
            <a:r>
              <a:rPr lang="en-US" sz="1600" b="0" i="0" dirty="0">
                <a:solidFill>
                  <a:schemeClr val="tx2"/>
                </a:solidFill>
                <a:effectLst/>
                <a:latin typeface="Arial" panose="020B0604020202020204" pitchFamily="34" charset="0"/>
                <a:cs typeface="Arial" panose="020B0604020202020204" pitchFamily="34" charset="0"/>
              </a:rPr>
              <a:t> </a:t>
            </a:r>
            <a:r>
              <a:rPr lang="vi-VN" sz="1600" b="1" i="0" dirty="0">
                <a:solidFill>
                  <a:schemeClr val="tx2"/>
                </a:solidFill>
                <a:effectLst/>
                <a:latin typeface="Arial" panose="020B0604020202020204" pitchFamily="34" charset="0"/>
                <a:cs typeface="Arial" panose="020B0604020202020204" pitchFamily="34" charset="0"/>
              </a:rPr>
              <a:t>Tường lửa (Firewall)</a:t>
            </a:r>
            <a:r>
              <a:rPr lang="vi-VN" sz="1600" b="0" i="0" dirty="0">
                <a:solidFill>
                  <a:schemeClr val="tx2"/>
                </a:solidFill>
                <a:effectLst/>
                <a:latin typeface="Arial" panose="020B0604020202020204" pitchFamily="34" charset="0"/>
                <a:cs typeface="Arial" panose="020B0604020202020204" pitchFamily="34" charset="0"/>
              </a:rPr>
              <a:t>: Quản lý và kiểm soát lưu lượng mạng thông qua các quy tắc tùy chỉnh.</a:t>
            </a:r>
          </a:p>
          <a:p>
            <a:pPr algn="l">
              <a:spcBef>
                <a:spcPts val="300"/>
              </a:spcBef>
              <a:buFont typeface="Arial" panose="020B0604020202020204" pitchFamily="34" charset="0"/>
              <a:buChar char="•"/>
            </a:pPr>
            <a:r>
              <a:rPr lang="en-US" sz="1600" b="1" i="0" dirty="0">
                <a:solidFill>
                  <a:schemeClr val="tx2"/>
                </a:solidFill>
                <a:effectLst/>
                <a:latin typeface="Arial" panose="020B0604020202020204" pitchFamily="34" charset="0"/>
                <a:cs typeface="Arial" panose="020B0604020202020204" pitchFamily="34" charset="0"/>
              </a:rPr>
              <a:t> </a:t>
            </a:r>
            <a:r>
              <a:rPr lang="vi-VN" sz="1600" b="1" i="0" dirty="0">
                <a:solidFill>
                  <a:schemeClr val="tx2"/>
                </a:solidFill>
                <a:effectLst/>
                <a:latin typeface="Arial" panose="020B0604020202020204" pitchFamily="34" charset="0"/>
                <a:cs typeface="Arial" panose="020B0604020202020204" pitchFamily="34" charset="0"/>
              </a:rPr>
              <a:t>Định tuyến (Routing)</a:t>
            </a:r>
            <a:r>
              <a:rPr lang="vi-VN" sz="1600" b="0" i="0" dirty="0">
                <a:solidFill>
                  <a:schemeClr val="tx2"/>
                </a:solidFill>
                <a:effectLst/>
                <a:latin typeface="Arial" panose="020B0604020202020204" pitchFamily="34" charset="0"/>
                <a:cs typeface="Arial" panose="020B0604020202020204" pitchFamily="34" charset="0"/>
              </a:rPr>
              <a:t>: Hỗ trợ định tuyến mạng phức tạp, bao gồm định tuyến tĩnh và động.</a:t>
            </a:r>
          </a:p>
          <a:p>
            <a:pPr algn="l">
              <a:spcBef>
                <a:spcPts val="300"/>
              </a:spcBef>
              <a:buFont typeface="Arial" panose="020B0604020202020204" pitchFamily="34" charset="0"/>
              <a:buChar char="•"/>
            </a:pPr>
            <a:r>
              <a:rPr lang="en-US" sz="1600" b="1" i="0" dirty="0">
                <a:solidFill>
                  <a:schemeClr val="tx2"/>
                </a:solidFill>
                <a:effectLst/>
                <a:latin typeface="Arial" panose="020B0604020202020204" pitchFamily="34" charset="0"/>
                <a:cs typeface="Arial" panose="020B0604020202020204" pitchFamily="34" charset="0"/>
              </a:rPr>
              <a:t> </a:t>
            </a:r>
            <a:r>
              <a:rPr lang="vi-VN" sz="1600" b="1" i="0" dirty="0">
                <a:solidFill>
                  <a:schemeClr val="tx2"/>
                </a:solidFill>
                <a:effectLst/>
                <a:latin typeface="Arial" panose="020B0604020202020204" pitchFamily="34" charset="0"/>
                <a:cs typeface="Arial" panose="020B0604020202020204" pitchFamily="34" charset="0"/>
              </a:rPr>
              <a:t>VPN</a:t>
            </a:r>
            <a:r>
              <a:rPr lang="vi-VN" sz="1600" b="0" i="0" dirty="0">
                <a:solidFill>
                  <a:schemeClr val="tx2"/>
                </a:solidFill>
                <a:effectLst/>
                <a:latin typeface="Arial" panose="020B0604020202020204" pitchFamily="34" charset="0"/>
                <a:cs typeface="Arial" panose="020B0604020202020204" pitchFamily="34" charset="0"/>
              </a:rPr>
              <a:t>: Hỗ trợ nhiều giao thức VPN như OpenVPN, IPsec, và PPTP, giúp thiết lập kết nối an toàn từ xa.</a:t>
            </a:r>
          </a:p>
          <a:p>
            <a:pPr algn="l">
              <a:spcBef>
                <a:spcPts val="300"/>
              </a:spcBef>
              <a:buFont typeface="Arial" panose="020B0604020202020204" pitchFamily="34" charset="0"/>
              <a:buChar char="•"/>
            </a:pPr>
            <a:r>
              <a:rPr lang="en-US" sz="1600" b="1" i="0" dirty="0">
                <a:solidFill>
                  <a:schemeClr val="tx2"/>
                </a:solidFill>
                <a:effectLst/>
                <a:latin typeface="Arial" panose="020B0604020202020204" pitchFamily="34" charset="0"/>
                <a:cs typeface="Arial" panose="020B0604020202020204" pitchFamily="34" charset="0"/>
              </a:rPr>
              <a:t> </a:t>
            </a:r>
            <a:r>
              <a:rPr lang="vi-VN" sz="1600" b="1" i="0" dirty="0">
                <a:solidFill>
                  <a:schemeClr val="tx2"/>
                </a:solidFill>
                <a:effectLst/>
                <a:latin typeface="Arial" panose="020B0604020202020204" pitchFamily="34" charset="0"/>
                <a:cs typeface="Arial" panose="020B0604020202020204" pitchFamily="34" charset="0"/>
              </a:rPr>
              <a:t>Cân bằng tải (Load Balancing)</a:t>
            </a:r>
            <a:r>
              <a:rPr lang="vi-VN" sz="1600" b="0" i="0" dirty="0">
                <a:solidFill>
                  <a:schemeClr val="tx2"/>
                </a:solidFill>
                <a:effectLst/>
                <a:latin typeface="Arial" panose="020B0604020202020204" pitchFamily="34" charset="0"/>
                <a:cs typeface="Arial" panose="020B0604020202020204" pitchFamily="34" charset="0"/>
              </a:rPr>
              <a:t>: Phân phối lưu lượng mạng qua nhiều kết nối WAN để tăng hiệu suất và độ tin cậy.</a:t>
            </a:r>
          </a:p>
          <a:p>
            <a:pPr algn="l">
              <a:spcBef>
                <a:spcPts val="300"/>
              </a:spcBef>
              <a:buFont typeface="Arial" panose="020B0604020202020204" pitchFamily="34" charset="0"/>
              <a:buChar char="•"/>
            </a:pPr>
            <a:r>
              <a:rPr lang="en-US" sz="1600" b="1" i="0" dirty="0">
                <a:solidFill>
                  <a:schemeClr val="tx2"/>
                </a:solidFill>
                <a:effectLst/>
                <a:latin typeface="Arial" panose="020B0604020202020204" pitchFamily="34" charset="0"/>
                <a:cs typeface="Arial" panose="020B0604020202020204" pitchFamily="34" charset="0"/>
              </a:rPr>
              <a:t> </a:t>
            </a:r>
            <a:r>
              <a:rPr lang="vi-VN" sz="1600" b="1" i="0" dirty="0">
                <a:solidFill>
                  <a:schemeClr val="tx2"/>
                </a:solidFill>
                <a:effectLst/>
                <a:latin typeface="Arial" panose="020B0604020202020204" pitchFamily="34" charset="0"/>
                <a:cs typeface="Arial" panose="020B0604020202020204" pitchFamily="34" charset="0"/>
              </a:rPr>
              <a:t>Proxy và lọc nội dung</a:t>
            </a:r>
            <a:r>
              <a:rPr lang="vi-VN" sz="1600" b="0" i="0" dirty="0">
                <a:solidFill>
                  <a:schemeClr val="tx2"/>
                </a:solidFill>
                <a:effectLst/>
                <a:latin typeface="Arial" panose="020B0604020202020204" pitchFamily="34" charset="0"/>
                <a:cs typeface="Arial" panose="020B0604020202020204" pitchFamily="34" charset="0"/>
              </a:rPr>
              <a:t>: Quản lý truy cập internet và lọc nội dung không mong muốn.</a:t>
            </a:r>
          </a:p>
          <a:p>
            <a:pPr algn="l">
              <a:spcBef>
                <a:spcPts val="300"/>
              </a:spcBef>
              <a:buFont typeface="Arial" panose="020B0604020202020204" pitchFamily="34" charset="0"/>
              <a:buChar char="•"/>
            </a:pPr>
            <a:r>
              <a:rPr lang="en-US" sz="1600" b="1" i="0" dirty="0">
                <a:solidFill>
                  <a:schemeClr val="tx2"/>
                </a:solidFill>
                <a:effectLst/>
                <a:latin typeface="Arial" panose="020B0604020202020204" pitchFamily="34" charset="0"/>
                <a:cs typeface="Arial" panose="020B0604020202020204" pitchFamily="34" charset="0"/>
              </a:rPr>
              <a:t> </a:t>
            </a:r>
            <a:r>
              <a:rPr lang="vi-VN" sz="1600" b="1" i="0" dirty="0">
                <a:solidFill>
                  <a:schemeClr val="tx2"/>
                </a:solidFill>
                <a:effectLst/>
                <a:latin typeface="Arial" panose="020B0604020202020204" pitchFamily="34" charset="0"/>
                <a:cs typeface="Arial" panose="020B0604020202020204" pitchFamily="34" charset="0"/>
              </a:rPr>
              <a:t>Giám sát và báo cáo</a:t>
            </a:r>
            <a:r>
              <a:rPr lang="vi-VN" sz="1600" b="0" i="0" dirty="0">
                <a:solidFill>
                  <a:schemeClr val="tx2"/>
                </a:solidFill>
                <a:effectLst/>
                <a:latin typeface="Arial" panose="020B0604020202020204" pitchFamily="34" charset="0"/>
                <a:cs typeface="Arial" panose="020B0604020202020204" pitchFamily="34" charset="0"/>
              </a:rPr>
              <a:t>: Cung cấp công cụ giám sát lưu lượng mạng, nhật ký (logs), và báo cáo chi tiết.</a:t>
            </a:r>
            <a:endParaRPr lang="en-US" sz="1600" b="0" i="0" dirty="0">
              <a:solidFill>
                <a:schemeClr val="tx2"/>
              </a:solidFill>
              <a:effectLst/>
              <a:latin typeface="Arial" panose="020B0604020202020204" pitchFamily="34" charset="0"/>
              <a:cs typeface="Arial" panose="020B0604020202020204" pitchFamily="34" charset="0"/>
            </a:endParaRPr>
          </a:p>
          <a:p>
            <a:pPr algn="l">
              <a:spcBef>
                <a:spcPts val="300"/>
              </a:spcBef>
              <a:buFont typeface="Arial" panose="020B0604020202020204" pitchFamily="34" charset="0"/>
              <a:buChar char="•"/>
            </a:pPr>
            <a:r>
              <a:rPr lang="en-US" sz="1600" b="1" dirty="0">
                <a:solidFill>
                  <a:schemeClr val="tx2"/>
                </a:solidFill>
                <a:latin typeface="Arial" panose="020B0604020202020204" pitchFamily="34" charset="0"/>
                <a:cs typeface="Arial" panose="020B0604020202020204" pitchFamily="34" charset="0"/>
              </a:rPr>
              <a:t> </a:t>
            </a:r>
            <a:r>
              <a:rPr lang="en-US" sz="1600" b="1" dirty="0" err="1">
                <a:solidFill>
                  <a:schemeClr val="tx2"/>
                </a:solidFill>
                <a:latin typeface="Arial" panose="020B0604020202020204" pitchFamily="34" charset="0"/>
                <a:cs typeface="Arial" panose="020B0604020202020204" pitchFamily="34" charset="0"/>
              </a:rPr>
              <a:t>Các</a:t>
            </a:r>
            <a:r>
              <a:rPr lang="en-US" sz="1600" b="1" dirty="0">
                <a:solidFill>
                  <a:schemeClr val="tx2"/>
                </a:solidFill>
                <a:latin typeface="Arial" panose="020B0604020202020204" pitchFamily="34" charset="0"/>
                <a:cs typeface="Arial" panose="020B0604020202020204" pitchFamily="34" charset="0"/>
              </a:rPr>
              <a:t> </a:t>
            </a:r>
            <a:r>
              <a:rPr lang="en-US" sz="1600" b="1" dirty="0" err="1">
                <a:solidFill>
                  <a:schemeClr val="tx2"/>
                </a:solidFill>
                <a:latin typeface="Arial" panose="020B0604020202020204" pitchFamily="34" charset="0"/>
                <a:cs typeface="Arial" panose="020B0604020202020204" pitchFamily="34" charset="0"/>
              </a:rPr>
              <a:t>tính</a:t>
            </a:r>
            <a:r>
              <a:rPr lang="en-US" sz="1600" b="1" dirty="0">
                <a:solidFill>
                  <a:schemeClr val="tx2"/>
                </a:solidFill>
                <a:latin typeface="Arial" panose="020B0604020202020204" pitchFamily="34" charset="0"/>
                <a:cs typeface="Arial" panose="020B0604020202020204" pitchFamily="34" charset="0"/>
              </a:rPr>
              <a:t> </a:t>
            </a:r>
            <a:r>
              <a:rPr lang="en-US" sz="1600" b="1" dirty="0" err="1">
                <a:solidFill>
                  <a:schemeClr val="tx2"/>
                </a:solidFill>
                <a:latin typeface="Arial" panose="020B0604020202020204" pitchFamily="34" charset="0"/>
                <a:cs typeface="Arial" panose="020B0604020202020204" pitchFamily="34" charset="0"/>
              </a:rPr>
              <a:t>năng</a:t>
            </a:r>
            <a:r>
              <a:rPr lang="en-US" sz="1600" b="1" dirty="0">
                <a:solidFill>
                  <a:schemeClr val="tx2"/>
                </a:solidFill>
                <a:latin typeface="Arial" panose="020B0604020202020204" pitchFamily="34" charset="0"/>
                <a:cs typeface="Arial" panose="020B0604020202020204" pitchFamily="34" charset="0"/>
              </a:rPr>
              <a:t> </a:t>
            </a:r>
            <a:r>
              <a:rPr lang="en-US" sz="1600" b="1" dirty="0" err="1">
                <a:solidFill>
                  <a:schemeClr val="tx2"/>
                </a:solidFill>
                <a:latin typeface="Arial" panose="020B0604020202020204" pitchFamily="34" charset="0"/>
                <a:cs typeface="Arial" panose="020B0604020202020204" pitchFamily="34" charset="0"/>
              </a:rPr>
              <a:t>mới</a:t>
            </a:r>
            <a:r>
              <a:rPr lang="en-US" sz="1600" b="1" dirty="0">
                <a:solidFill>
                  <a:schemeClr val="tx2"/>
                </a:solidFill>
                <a:latin typeface="Arial" panose="020B0604020202020204" pitchFamily="34" charset="0"/>
                <a:cs typeface="Arial" panose="020B0604020202020204" pitchFamily="34" charset="0"/>
              </a:rPr>
              <a:t>: </a:t>
            </a:r>
            <a:r>
              <a:rPr lang="en-US" sz="1600" dirty="0">
                <a:solidFill>
                  <a:schemeClr val="tx2"/>
                </a:solidFill>
                <a:latin typeface="Arial" panose="020B0604020202020204" pitchFamily="34" charset="0"/>
                <a:cs typeface="Arial" panose="020B0604020202020204" pitchFamily="34" charset="0"/>
              </a:rPr>
              <a:t>H</a:t>
            </a:r>
            <a:r>
              <a:rPr lang="vi-VN" sz="1600" dirty="0">
                <a:solidFill>
                  <a:schemeClr val="tx2"/>
                </a:solidFill>
                <a:latin typeface="Arial" panose="020B0604020202020204" pitchFamily="34" charset="0"/>
                <a:cs typeface="Arial" panose="020B0604020202020204" pitchFamily="34" charset="0"/>
              </a:rPr>
              <a:t>ỗ trợ các công nghệ tiên tiến như IPv6, IDS/IPS</a:t>
            </a:r>
            <a:r>
              <a:rPr lang="en-US" sz="1600" dirty="0">
                <a:solidFill>
                  <a:schemeClr val="tx2"/>
                </a:solidFill>
                <a:latin typeface="Arial" panose="020B0604020202020204" pitchFamily="34" charset="0"/>
                <a:cs typeface="Arial" panose="020B0604020202020204" pitchFamily="34" charset="0"/>
              </a:rPr>
              <a:t>, Captive Portal, H/A, </a:t>
            </a:r>
            <a:r>
              <a:rPr lang="en-US" sz="1600" dirty="0" err="1">
                <a:solidFill>
                  <a:schemeClr val="tx2"/>
                </a:solidFill>
                <a:latin typeface="Arial" panose="020B0604020202020204" pitchFamily="34" charset="0"/>
                <a:cs typeface="Arial" panose="020B0604020202020204" pitchFamily="34" charset="0"/>
              </a:rPr>
              <a:t>cho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phép</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cài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đặt</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thêm</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tính</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năng</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thông</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quá</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các</a:t>
            </a:r>
            <a:r>
              <a:rPr lang="en-US" sz="1600" dirty="0">
                <a:solidFill>
                  <a:schemeClr val="tx2"/>
                </a:solidFill>
                <a:latin typeface="Arial" panose="020B0604020202020204" pitchFamily="34" charset="0"/>
                <a:cs typeface="Arial" panose="020B0604020202020204" pitchFamily="34" charset="0"/>
              </a:rPr>
              <a:t> Package.</a:t>
            </a:r>
            <a:endParaRPr lang="vi-VN" sz="1600" b="0" i="0" dirty="0">
              <a:solidFill>
                <a:schemeClr val="tx2"/>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47381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61DEF-7835-33E4-AAF6-EA722075F5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8B982B-104B-3319-A94C-F030BA47F4A9}"/>
              </a:ext>
            </a:extLst>
          </p:cNvPr>
          <p:cNvSpPr>
            <a:spLocks noGrp="1"/>
          </p:cNvSpPr>
          <p:nvPr>
            <p:ph type="title"/>
          </p:nvPr>
        </p:nvSpPr>
        <p:spPr>
          <a:xfrm>
            <a:off x="0" y="0"/>
            <a:ext cx="12192000" cy="618067"/>
          </a:xfrm>
        </p:spPr>
        <p:txBody>
          <a:bodyPr>
            <a:normAutofit/>
          </a:bodyPr>
          <a:lstStyle/>
          <a:p>
            <a:pPr algn="ctr"/>
            <a:r>
              <a:rPr lang="en-US" sz="3000" dirty="0" err="1">
                <a:solidFill>
                  <a:srgbClr val="0070C0"/>
                </a:solidFill>
              </a:rPr>
              <a:t>Lợi</a:t>
            </a:r>
            <a:r>
              <a:rPr lang="en-US" sz="3000" dirty="0">
                <a:solidFill>
                  <a:srgbClr val="0070C0"/>
                </a:solidFill>
              </a:rPr>
              <a:t> </a:t>
            </a:r>
            <a:r>
              <a:rPr lang="en-US" sz="3000" dirty="0" err="1">
                <a:solidFill>
                  <a:srgbClr val="0070C0"/>
                </a:solidFill>
              </a:rPr>
              <a:t>ích</a:t>
            </a:r>
            <a:r>
              <a:rPr lang="en-US" sz="3000" dirty="0">
                <a:solidFill>
                  <a:srgbClr val="0070C0"/>
                </a:solidFill>
              </a:rPr>
              <a:t> </a:t>
            </a:r>
            <a:r>
              <a:rPr lang="en-US" sz="3000" dirty="0" err="1">
                <a:solidFill>
                  <a:srgbClr val="0070C0"/>
                </a:solidFill>
              </a:rPr>
              <a:t>của</a:t>
            </a:r>
            <a:r>
              <a:rPr lang="en-US" sz="3000" dirty="0">
                <a:solidFill>
                  <a:srgbClr val="0070C0"/>
                </a:solidFill>
              </a:rPr>
              <a:t> </a:t>
            </a:r>
            <a:r>
              <a:rPr lang="en-US" sz="3000" dirty="0" err="1">
                <a:solidFill>
                  <a:srgbClr val="0070C0"/>
                </a:solidFill>
              </a:rPr>
              <a:t>pfSense</a:t>
            </a:r>
            <a:endParaRPr lang="en-US" sz="3000" dirty="0">
              <a:solidFill>
                <a:srgbClr val="0070C0"/>
              </a:solidFill>
            </a:endParaRPr>
          </a:p>
        </p:txBody>
      </p:sp>
      <p:sp>
        <p:nvSpPr>
          <p:cNvPr id="5" name="TextBox 4">
            <a:extLst>
              <a:ext uri="{FF2B5EF4-FFF2-40B4-BE49-F238E27FC236}">
                <a16:creationId xmlns:a16="http://schemas.microsoft.com/office/drawing/2014/main" id="{8273A140-7090-5E07-F771-68037D0F1EC0}"/>
              </a:ext>
            </a:extLst>
          </p:cNvPr>
          <p:cNvSpPr txBox="1"/>
          <p:nvPr/>
        </p:nvSpPr>
        <p:spPr>
          <a:xfrm>
            <a:off x="1093396" y="898370"/>
            <a:ext cx="9810391" cy="2177519"/>
          </a:xfrm>
          <a:prstGeom prst="rect">
            <a:avLst/>
          </a:prstGeom>
          <a:noFill/>
        </p:spPr>
        <p:txBody>
          <a:bodyPr wrap="square">
            <a:spAutoFit/>
          </a:bodyPr>
          <a:lstStyle/>
          <a:p>
            <a:pPr algn="l">
              <a:spcBef>
                <a:spcPts val="300"/>
              </a:spcBef>
              <a:buFont typeface="Arial" panose="020B0604020202020204" pitchFamily="34" charset="0"/>
              <a:buChar char="•"/>
            </a:pPr>
            <a:r>
              <a:rPr lang="en-US" sz="1600" b="1" i="0" dirty="0">
                <a:solidFill>
                  <a:schemeClr val="tx2"/>
                </a:solidFill>
                <a:effectLst/>
                <a:latin typeface="Arial" panose="020B0604020202020204" pitchFamily="34" charset="0"/>
                <a:cs typeface="Arial" panose="020B0604020202020204" pitchFamily="34" charset="0"/>
              </a:rPr>
              <a:t> </a:t>
            </a:r>
            <a:r>
              <a:rPr lang="en-US" sz="1600" b="1" i="0" dirty="0" err="1">
                <a:solidFill>
                  <a:schemeClr val="tx2"/>
                </a:solidFill>
                <a:effectLst/>
                <a:latin typeface="Arial" panose="020B0604020202020204" pitchFamily="34" charset="0"/>
                <a:cs typeface="Arial" panose="020B0604020202020204" pitchFamily="34" charset="0"/>
              </a:rPr>
              <a:t>Tiết</a:t>
            </a:r>
            <a:r>
              <a:rPr lang="en-US" sz="1600" b="1" i="0" dirty="0">
                <a:solidFill>
                  <a:schemeClr val="tx2"/>
                </a:solidFill>
                <a:effectLst/>
                <a:latin typeface="Arial" panose="020B0604020202020204" pitchFamily="34" charset="0"/>
                <a:cs typeface="Arial" panose="020B0604020202020204" pitchFamily="34" charset="0"/>
              </a:rPr>
              <a:t> </a:t>
            </a:r>
            <a:r>
              <a:rPr lang="en-US" sz="1600" b="1" i="0" dirty="0" err="1">
                <a:solidFill>
                  <a:schemeClr val="tx2"/>
                </a:solidFill>
                <a:effectLst/>
                <a:latin typeface="Arial" panose="020B0604020202020204" pitchFamily="34" charset="0"/>
                <a:cs typeface="Arial" panose="020B0604020202020204" pitchFamily="34" charset="0"/>
              </a:rPr>
              <a:t>kiệm</a:t>
            </a:r>
            <a:r>
              <a:rPr lang="en-US" sz="1600" b="1" i="0" dirty="0">
                <a:solidFill>
                  <a:schemeClr val="tx2"/>
                </a:solidFill>
                <a:effectLst/>
                <a:latin typeface="Arial" panose="020B0604020202020204" pitchFamily="34" charset="0"/>
                <a:cs typeface="Arial" panose="020B0604020202020204" pitchFamily="34" charset="0"/>
              </a:rPr>
              <a:t> chi</a:t>
            </a:r>
            <a:r>
              <a:rPr lang="vi-VN" sz="1600" b="1" i="0" dirty="0">
                <a:solidFill>
                  <a:schemeClr val="tx2"/>
                </a:solidFill>
                <a:effectLst/>
                <a:latin typeface="Arial" panose="020B0604020202020204" pitchFamily="34" charset="0"/>
                <a:cs typeface="Arial" panose="020B0604020202020204" pitchFamily="34" charset="0"/>
              </a:rPr>
              <a:t> phí</a:t>
            </a:r>
            <a:r>
              <a:rPr lang="vi-VN" sz="1600" b="0" i="0" dirty="0">
                <a:solidFill>
                  <a:schemeClr val="tx2"/>
                </a:solidFill>
                <a:effectLst/>
                <a:latin typeface="Arial" panose="020B0604020202020204" pitchFamily="34" charset="0"/>
                <a:cs typeface="Arial" panose="020B0604020202020204" pitchFamily="34" charset="0"/>
              </a:rPr>
              <a:t>: Bạn có thể sử dụng pfSense mà không phải trả bất kỳ chi phí nào</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vì</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là</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phần</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mềm</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mã</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nguồn</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mở</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và</a:t>
            </a:r>
            <a:r>
              <a:rPr lang="en-US" sz="1600" b="0" i="0" dirty="0">
                <a:solidFill>
                  <a:schemeClr val="tx2"/>
                </a:solidFill>
                <a:effectLst/>
                <a:latin typeface="Arial" panose="020B0604020202020204" pitchFamily="34" charset="0"/>
                <a:cs typeface="Arial" panose="020B0604020202020204" pitchFamily="34" charset="0"/>
              </a:rPr>
              <a:t> </a:t>
            </a:r>
            <a:r>
              <a:rPr lang="vi-VN" sz="1600" b="0" i="0" dirty="0">
                <a:solidFill>
                  <a:schemeClr val="tx2"/>
                </a:solidFill>
                <a:effectLst/>
                <a:latin typeface="Arial" panose="020B0604020202020204" pitchFamily="34" charset="0"/>
                <a:cs typeface="Arial" panose="020B0604020202020204" pitchFamily="34" charset="0"/>
              </a:rPr>
              <a:t>không yêu cầu phần cứng đắt tiền</a:t>
            </a:r>
            <a:r>
              <a:rPr lang="en-US" sz="1600" b="0" i="0" dirty="0">
                <a:solidFill>
                  <a:schemeClr val="tx2"/>
                </a:solidFill>
                <a:effectLst/>
                <a:latin typeface="Arial" panose="020B0604020202020204" pitchFamily="34" charset="0"/>
                <a:cs typeface="Arial" panose="020B0604020202020204" pitchFamily="34" charset="0"/>
              </a:rPr>
              <a:t>.</a:t>
            </a:r>
          </a:p>
          <a:p>
            <a:pPr algn="l">
              <a:spcBef>
                <a:spcPts val="300"/>
              </a:spcBef>
              <a:buFont typeface="Arial" panose="020B0604020202020204" pitchFamily="34" charset="0"/>
              <a:buChar char="•"/>
            </a:pPr>
            <a:r>
              <a:rPr lang="en-US" sz="1600" b="0" i="0" dirty="0">
                <a:solidFill>
                  <a:schemeClr val="tx2"/>
                </a:solidFill>
                <a:effectLst/>
                <a:latin typeface="Arial" panose="020B0604020202020204" pitchFamily="34" charset="0"/>
                <a:cs typeface="Arial" panose="020B0604020202020204" pitchFamily="34" charset="0"/>
              </a:rPr>
              <a:t> </a:t>
            </a:r>
            <a:r>
              <a:rPr lang="vi-VN" sz="1600" b="1" i="0" dirty="0">
                <a:solidFill>
                  <a:schemeClr val="tx2"/>
                </a:solidFill>
                <a:effectLst/>
                <a:latin typeface="Arial" panose="020B0604020202020204" pitchFamily="34" charset="0"/>
                <a:cs typeface="Arial" panose="020B0604020202020204" pitchFamily="34" charset="0"/>
              </a:rPr>
              <a:t>Tính </a:t>
            </a:r>
            <a:r>
              <a:rPr lang="en-US" sz="1600" b="1" i="0" dirty="0">
                <a:solidFill>
                  <a:schemeClr val="tx2"/>
                </a:solidFill>
                <a:effectLst/>
                <a:latin typeface="Arial" panose="020B0604020202020204" pitchFamily="34" charset="0"/>
                <a:cs typeface="Arial" panose="020B0604020202020204" pitchFamily="34" charset="0"/>
              </a:rPr>
              <a:t>l</a:t>
            </a:r>
            <a:r>
              <a:rPr lang="vi-VN" sz="1600" b="1" i="0" dirty="0">
                <a:solidFill>
                  <a:schemeClr val="tx2"/>
                </a:solidFill>
                <a:effectLst/>
                <a:latin typeface="Arial" panose="020B0604020202020204" pitchFamily="34" charset="0"/>
                <a:cs typeface="Arial" panose="020B0604020202020204" pitchFamily="34" charset="0"/>
              </a:rPr>
              <a:t>inh hoạt và tùy biến cao</a:t>
            </a:r>
            <a:r>
              <a:rPr lang="vi-VN" sz="1600" b="0" i="0" dirty="0">
                <a:solidFill>
                  <a:schemeClr val="tx2"/>
                </a:solidFill>
                <a:effectLst/>
                <a:latin typeface="Arial" panose="020B0604020202020204" pitchFamily="34" charset="0"/>
                <a:cs typeface="Arial" panose="020B0604020202020204" pitchFamily="34" charset="0"/>
              </a:rPr>
              <a:t>: Có thể triển khai trên phần cứng chuyên dụng, máy ảo, hoặc các thiết bị nhúng. </a:t>
            </a:r>
            <a:r>
              <a:rPr lang="en-US" sz="1600" b="0" i="0" dirty="0">
                <a:solidFill>
                  <a:schemeClr val="tx2"/>
                </a:solidFill>
                <a:effectLst/>
                <a:latin typeface="Arial" panose="020B0604020202020204" pitchFamily="34" charset="0"/>
                <a:cs typeface="Arial" panose="020B0604020202020204" pitchFamily="34" charset="0"/>
              </a:rPr>
              <a:t>P</a:t>
            </a:r>
            <a:r>
              <a:rPr lang="vi-VN" sz="1600" b="0" i="0" dirty="0">
                <a:solidFill>
                  <a:schemeClr val="tx2"/>
                </a:solidFill>
                <a:effectLst/>
                <a:latin typeface="Arial" panose="020B0604020202020204" pitchFamily="34" charset="0"/>
                <a:cs typeface="Arial" panose="020B0604020202020204" pitchFamily="34" charset="0"/>
              </a:rPr>
              <a:t>fSense có thể được tùy chỉnh để đáp ứng nhu cầu của nhiều </a:t>
            </a:r>
            <a:r>
              <a:rPr lang="en-US" sz="1600" b="0" i="0" dirty="0" err="1">
                <a:solidFill>
                  <a:schemeClr val="tx2"/>
                </a:solidFill>
                <a:effectLst/>
                <a:latin typeface="Arial" panose="020B0604020202020204" pitchFamily="34" charset="0"/>
                <a:cs typeface="Arial" panose="020B0604020202020204" pitchFamily="34" charset="0"/>
              </a:rPr>
              <a:t>hệ</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thống</a:t>
            </a:r>
            <a:r>
              <a:rPr lang="en-US" sz="1600" b="0" i="0" dirty="0">
                <a:solidFill>
                  <a:schemeClr val="tx2"/>
                </a:solidFill>
                <a:effectLst/>
                <a:latin typeface="Arial" panose="020B0604020202020204" pitchFamily="34" charset="0"/>
                <a:cs typeface="Arial" panose="020B0604020202020204" pitchFamily="34" charset="0"/>
              </a:rPr>
              <a:t> </a:t>
            </a:r>
            <a:r>
              <a:rPr lang="vi-VN" sz="1600" b="0" i="0" dirty="0">
                <a:solidFill>
                  <a:schemeClr val="tx2"/>
                </a:solidFill>
                <a:effectLst/>
                <a:latin typeface="Arial" panose="020B0604020202020204" pitchFamily="34" charset="0"/>
                <a:cs typeface="Arial" panose="020B0604020202020204" pitchFamily="34" charset="0"/>
              </a:rPr>
              <a:t>mạng khác nhau.</a:t>
            </a:r>
            <a:endParaRPr lang="en-US" sz="1600" b="0" i="0" dirty="0">
              <a:solidFill>
                <a:schemeClr val="tx2"/>
              </a:solidFill>
              <a:effectLst/>
              <a:latin typeface="Arial" panose="020B0604020202020204" pitchFamily="34" charset="0"/>
              <a:cs typeface="Arial" panose="020B0604020202020204" pitchFamily="34" charset="0"/>
            </a:endParaRPr>
          </a:p>
          <a:p>
            <a:pPr algn="l">
              <a:spcBef>
                <a:spcPts val="300"/>
              </a:spcBef>
              <a:buFont typeface="Arial" panose="020B0604020202020204" pitchFamily="34" charset="0"/>
              <a:buChar char="•"/>
            </a:pPr>
            <a:r>
              <a:rPr lang="en-US" sz="1600" dirty="0">
                <a:solidFill>
                  <a:schemeClr val="tx2"/>
                </a:solidFill>
                <a:latin typeface="Arial" panose="020B0604020202020204" pitchFamily="34" charset="0"/>
                <a:cs typeface="Arial" panose="020B0604020202020204" pitchFamily="34" charset="0"/>
              </a:rPr>
              <a:t> </a:t>
            </a:r>
            <a:r>
              <a:rPr lang="vi-VN" sz="1600" b="1" i="0" dirty="0">
                <a:solidFill>
                  <a:schemeClr val="tx2"/>
                </a:solidFill>
                <a:effectLst/>
                <a:latin typeface="Arial" panose="020B0604020202020204" pitchFamily="34" charset="0"/>
                <a:cs typeface="Arial" panose="020B0604020202020204" pitchFamily="34" charset="0"/>
              </a:rPr>
              <a:t>Cộng đồng hỗ trợ mạnh mẽ</a:t>
            </a:r>
            <a:r>
              <a:rPr lang="vi-VN" sz="1600" b="0" i="0" dirty="0">
                <a:solidFill>
                  <a:schemeClr val="tx2"/>
                </a:solidFill>
                <a:effectLst/>
                <a:latin typeface="Arial" panose="020B0604020202020204" pitchFamily="34" charset="0"/>
                <a:cs typeface="Arial" panose="020B0604020202020204" pitchFamily="34" charset="0"/>
              </a:rPr>
              <a:t>: Có một cộng đồng người dùng pfSense lớn và nhiệt tình, sẵn sàng giúp đỡ bạn khi gặp </a:t>
            </a:r>
            <a:r>
              <a:rPr lang="en-US" sz="1600" b="0" i="0" dirty="0" err="1">
                <a:solidFill>
                  <a:schemeClr val="tx2"/>
                </a:solidFill>
                <a:effectLst/>
                <a:latin typeface="Arial" panose="020B0604020202020204" pitchFamily="34" charset="0"/>
                <a:cs typeface="Arial" panose="020B0604020202020204" pitchFamily="34" charset="0"/>
              </a:rPr>
              <a:t>vấn</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đề</a:t>
            </a:r>
            <a:r>
              <a:rPr lang="vi-VN" sz="1600" b="0" i="0" dirty="0">
                <a:solidFill>
                  <a:schemeClr val="tx2"/>
                </a:solidFill>
                <a:effectLst/>
                <a:latin typeface="Arial" panose="020B0604020202020204" pitchFamily="34" charset="0"/>
                <a:cs typeface="Arial" panose="020B0604020202020204" pitchFamily="34" charset="0"/>
              </a:rPr>
              <a:t>.</a:t>
            </a:r>
            <a:endParaRPr lang="en-US" sz="1600" b="0" i="0" dirty="0">
              <a:solidFill>
                <a:schemeClr val="tx2"/>
              </a:solidFill>
              <a:effectLst/>
              <a:latin typeface="Arial" panose="020B0604020202020204" pitchFamily="34" charset="0"/>
              <a:cs typeface="Arial" panose="020B0604020202020204" pitchFamily="34" charset="0"/>
            </a:endParaRPr>
          </a:p>
          <a:p>
            <a:pPr algn="l">
              <a:spcBef>
                <a:spcPts val="300"/>
              </a:spcBef>
              <a:buFont typeface="Arial" panose="020B0604020202020204" pitchFamily="34" charset="0"/>
              <a:buChar char="•"/>
            </a:pPr>
            <a:r>
              <a:rPr lang="en-US" sz="1600" b="1" i="0" dirty="0">
                <a:solidFill>
                  <a:schemeClr val="tx2"/>
                </a:solidFill>
                <a:effectLst/>
                <a:latin typeface="Arial" panose="020B0604020202020204" pitchFamily="34" charset="0"/>
                <a:cs typeface="Arial" panose="020B0604020202020204" pitchFamily="34" charset="0"/>
              </a:rPr>
              <a:t> </a:t>
            </a:r>
            <a:r>
              <a:rPr lang="vi-VN" sz="1600" b="1" i="0" dirty="0">
                <a:solidFill>
                  <a:schemeClr val="tx2"/>
                </a:solidFill>
                <a:effectLst/>
                <a:latin typeface="Arial" panose="020B0604020202020204" pitchFamily="34" charset="0"/>
                <a:cs typeface="Arial" panose="020B0604020202020204" pitchFamily="34" charset="0"/>
              </a:rPr>
              <a:t>Tài liệu đầy đủ</a:t>
            </a:r>
            <a:r>
              <a:rPr lang="vi-VN" sz="1600" b="0" i="0" dirty="0">
                <a:solidFill>
                  <a:schemeClr val="tx2"/>
                </a:solidFill>
                <a:effectLst/>
                <a:latin typeface="Arial" panose="020B0604020202020204" pitchFamily="34" charset="0"/>
                <a:cs typeface="Arial" panose="020B0604020202020204" pitchFamily="34" charset="0"/>
              </a:rPr>
              <a:t>: Có nhiều tài liệu và hướng dẫn trực tuyến về pfSense, giúp bạn dễ dàng tìm hiểu và sử dụng.</a:t>
            </a:r>
            <a:endParaRPr lang="en-US" sz="1600" b="0" i="0" dirty="0">
              <a:solidFill>
                <a:schemeClr val="tx2"/>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01344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79621-816B-9C24-624F-D9B0F43EBD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11BC39-5462-E634-B763-C67464DBC6B1}"/>
              </a:ext>
            </a:extLst>
          </p:cNvPr>
          <p:cNvSpPr>
            <a:spLocks noGrp="1"/>
          </p:cNvSpPr>
          <p:nvPr>
            <p:ph type="title"/>
          </p:nvPr>
        </p:nvSpPr>
        <p:spPr>
          <a:xfrm>
            <a:off x="0" y="0"/>
            <a:ext cx="12192000" cy="618067"/>
          </a:xfrm>
        </p:spPr>
        <p:txBody>
          <a:bodyPr>
            <a:normAutofit/>
          </a:bodyPr>
          <a:lstStyle/>
          <a:p>
            <a:pPr algn="ctr"/>
            <a:r>
              <a:rPr lang="en-US" sz="3000" dirty="0" err="1">
                <a:solidFill>
                  <a:srgbClr val="0070C0"/>
                </a:solidFill>
              </a:rPr>
              <a:t>Ứng</a:t>
            </a:r>
            <a:r>
              <a:rPr lang="en-US" sz="3000" dirty="0">
                <a:solidFill>
                  <a:srgbClr val="0070C0"/>
                </a:solidFill>
              </a:rPr>
              <a:t> </a:t>
            </a:r>
            <a:r>
              <a:rPr lang="en-US" sz="3000" dirty="0" err="1">
                <a:solidFill>
                  <a:srgbClr val="0070C0"/>
                </a:solidFill>
              </a:rPr>
              <a:t>dụng</a:t>
            </a:r>
            <a:r>
              <a:rPr lang="en-US" sz="3000" dirty="0">
                <a:solidFill>
                  <a:srgbClr val="0070C0"/>
                </a:solidFill>
              </a:rPr>
              <a:t> </a:t>
            </a:r>
            <a:r>
              <a:rPr lang="en-US" sz="3000" dirty="0" err="1">
                <a:solidFill>
                  <a:srgbClr val="0070C0"/>
                </a:solidFill>
              </a:rPr>
              <a:t>thực</a:t>
            </a:r>
            <a:r>
              <a:rPr lang="en-US" sz="3000" dirty="0">
                <a:solidFill>
                  <a:srgbClr val="0070C0"/>
                </a:solidFill>
              </a:rPr>
              <a:t> </a:t>
            </a:r>
            <a:r>
              <a:rPr lang="en-US" sz="3000" dirty="0" err="1">
                <a:solidFill>
                  <a:srgbClr val="0070C0"/>
                </a:solidFill>
              </a:rPr>
              <a:t>tế</a:t>
            </a:r>
            <a:endParaRPr lang="en-US" sz="3000" dirty="0">
              <a:solidFill>
                <a:srgbClr val="0070C0"/>
              </a:solidFill>
            </a:endParaRPr>
          </a:p>
        </p:txBody>
      </p:sp>
      <p:sp>
        <p:nvSpPr>
          <p:cNvPr id="5" name="TextBox 4">
            <a:extLst>
              <a:ext uri="{FF2B5EF4-FFF2-40B4-BE49-F238E27FC236}">
                <a16:creationId xmlns:a16="http://schemas.microsoft.com/office/drawing/2014/main" id="{54A59CB5-6B14-6CFB-2147-3238BC07B11D}"/>
              </a:ext>
            </a:extLst>
          </p:cNvPr>
          <p:cNvSpPr txBox="1"/>
          <p:nvPr/>
        </p:nvSpPr>
        <p:spPr>
          <a:xfrm>
            <a:off x="1093396" y="898370"/>
            <a:ext cx="9810391" cy="1569660"/>
          </a:xfrm>
          <a:prstGeom prst="rect">
            <a:avLst/>
          </a:prstGeom>
          <a:noFill/>
        </p:spPr>
        <p:txBody>
          <a:bodyPr wrap="square">
            <a:spAutoFit/>
          </a:bodyPr>
          <a:lstStyle/>
          <a:p>
            <a:r>
              <a:rPr lang="vi-VN" sz="1600" dirty="0">
                <a:solidFill>
                  <a:schemeClr val="tx2"/>
                </a:solidFill>
                <a:latin typeface="Arial" panose="020B0604020202020204" pitchFamily="34" charset="0"/>
                <a:cs typeface="Arial" panose="020B0604020202020204" pitchFamily="34" charset="0"/>
              </a:rPr>
              <a:t>pfSense có thể được sử dụng trong nhiều tình huống khác nhau, bao gồm:</a:t>
            </a:r>
          </a:p>
          <a:p>
            <a:pPr lvl="1">
              <a:buFont typeface="Arial" panose="020B0604020202020204" pitchFamily="34" charset="0"/>
              <a:buChar char="•"/>
            </a:pPr>
            <a:r>
              <a:rPr lang="en-US" sz="1600" b="1" dirty="0">
                <a:solidFill>
                  <a:schemeClr val="tx2"/>
                </a:solidFill>
                <a:latin typeface="Arial" panose="020B0604020202020204" pitchFamily="34" charset="0"/>
                <a:cs typeface="Arial" panose="020B0604020202020204" pitchFamily="34" charset="0"/>
              </a:rPr>
              <a:t> </a:t>
            </a:r>
            <a:r>
              <a:rPr lang="vi-VN" sz="1600" b="1" dirty="0">
                <a:solidFill>
                  <a:schemeClr val="tx2"/>
                </a:solidFill>
                <a:latin typeface="Arial" panose="020B0604020202020204" pitchFamily="34" charset="0"/>
                <a:cs typeface="Arial" panose="020B0604020202020204" pitchFamily="34" charset="0"/>
              </a:rPr>
              <a:t>Mạng gia đình</a:t>
            </a:r>
            <a:r>
              <a:rPr lang="vi-VN" sz="1600" dirty="0">
                <a:solidFill>
                  <a:schemeClr val="tx2"/>
                </a:solidFill>
                <a:latin typeface="Arial" panose="020B0604020202020204" pitchFamily="34" charset="0"/>
                <a:cs typeface="Arial" panose="020B0604020202020204" pitchFamily="34" charset="0"/>
              </a:rPr>
              <a:t>: Bảo vệ mạng gia đình khỏi các mối nguy hiểm từ internet.</a:t>
            </a:r>
          </a:p>
          <a:p>
            <a:pPr lvl="1">
              <a:buFont typeface="Arial" panose="020B0604020202020204" pitchFamily="34" charset="0"/>
              <a:buChar char="•"/>
            </a:pPr>
            <a:r>
              <a:rPr lang="en-US" sz="1600" b="1" dirty="0">
                <a:solidFill>
                  <a:schemeClr val="tx2"/>
                </a:solidFill>
                <a:latin typeface="Arial" panose="020B0604020202020204" pitchFamily="34" charset="0"/>
                <a:cs typeface="Arial" panose="020B0604020202020204" pitchFamily="34" charset="0"/>
              </a:rPr>
              <a:t> </a:t>
            </a:r>
            <a:r>
              <a:rPr lang="vi-VN" sz="1600" b="1" dirty="0">
                <a:solidFill>
                  <a:schemeClr val="tx2"/>
                </a:solidFill>
                <a:latin typeface="Arial" panose="020B0604020202020204" pitchFamily="34" charset="0"/>
                <a:cs typeface="Arial" panose="020B0604020202020204" pitchFamily="34" charset="0"/>
              </a:rPr>
              <a:t>Mạng doanh nghiệp nhỏ</a:t>
            </a:r>
            <a:r>
              <a:rPr lang="vi-VN" sz="1600" dirty="0">
                <a:solidFill>
                  <a:schemeClr val="tx2"/>
                </a:solidFill>
                <a:latin typeface="Arial" panose="020B0604020202020204" pitchFamily="34" charset="0"/>
                <a:cs typeface="Arial" panose="020B0604020202020204" pitchFamily="34" charset="0"/>
              </a:rPr>
              <a:t>: Cung cấp giải pháp tường lửa và định tuyến cho doanh nghiệp nhỏ.</a:t>
            </a:r>
          </a:p>
          <a:p>
            <a:pPr lvl="1">
              <a:buFont typeface="Arial" panose="020B0604020202020204" pitchFamily="34" charset="0"/>
              <a:buChar char="•"/>
            </a:pPr>
            <a:r>
              <a:rPr lang="en-US" sz="1600" b="1" dirty="0">
                <a:solidFill>
                  <a:schemeClr val="tx2"/>
                </a:solidFill>
                <a:latin typeface="Arial" panose="020B0604020202020204" pitchFamily="34" charset="0"/>
                <a:cs typeface="Arial" panose="020B0604020202020204" pitchFamily="34" charset="0"/>
              </a:rPr>
              <a:t> </a:t>
            </a:r>
            <a:r>
              <a:rPr lang="vi-VN" sz="1600" b="1" dirty="0">
                <a:solidFill>
                  <a:schemeClr val="tx2"/>
                </a:solidFill>
                <a:latin typeface="Arial" panose="020B0604020202020204" pitchFamily="34" charset="0"/>
                <a:cs typeface="Arial" panose="020B0604020202020204" pitchFamily="34" charset="0"/>
              </a:rPr>
              <a:t>Mạng doanh nghiệp lớn</a:t>
            </a:r>
            <a:r>
              <a:rPr lang="vi-VN" sz="1600" dirty="0">
                <a:solidFill>
                  <a:schemeClr val="tx2"/>
                </a:solidFill>
                <a:latin typeface="Arial" panose="020B0604020202020204" pitchFamily="34" charset="0"/>
                <a:cs typeface="Arial" panose="020B0604020202020204" pitchFamily="34" charset="0"/>
              </a:rPr>
              <a:t>: Triển khai các tính năng bảo mật nâng cao cho mạng doanh nghiệp lớn.</a:t>
            </a:r>
          </a:p>
          <a:p>
            <a:pPr lvl="1">
              <a:buFont typeface="Arial" panose="020B0604020202020204" pitchFamily="34" charset="0"/>
              <a:buChar char="•"/>
            </a:pPr>
            <a:r>
              <a:rPr lang="en-US" sz="1600" b="1" dirty="0">
                <a:solidFill>
                  <a:schemeClr val="tx2"/>
                </a:solidFill>
                <a:latin typeface="Arial" panose="020B0604020202020204" pitchFamily="34" charset="0"/>
                <a:cs typeface="Arial" panose="020B0604020202020204" pitchFamily="34" charset="0"/>
              </a:rPr>
              <a:t> </a:t>
            </a:r>
            <a:r>
              <a:rPr lang="vi-VN" sz="1600" b="1" dirty="0">
                <a:solidFill>
                  <a:schemeClr val="tx2"/>
                </a:solidFill>
                <a:latin typeface="Arial" panose="020B0604020202020204" pitchFamily="34" charset="0"/>
                <a:cs typeface="Arial" panose="020B0604020202020204" pitchFamily="34" charset="0"/>
              </a:rPr>
              <a:t>Nhà cung cấp dịch vụ internet (ISP)</a:t>
            </a:r>
            <a:r>
              <a:rPr lang="vi-VN" sz="1600" dirty="0">
                <a:solidFill>
                  <a:schemeClr val="tx2"/>
                </a:solidFill>
                <a:latin typeface="Arial" panose="020B0604020202020204" pitchFamily="34" charset="0"/>
                <a:cs typeface="Arial" panose="020B0604020202020204" pitchFamily="34" charset="0"/>
              </a:rPr>
              <a:t>: Sử dụng pfSense để cung cấp các dịch vụ bảo mật cho khách hàng.</a:t>
            </a:r>
          </a:p>
        </p:txBody>
      </p:sp>
    </p:spTree>
    <p:extLst>
      <p:ext uri="{BB962C8B-B14F-4D97-AF65-F5344CB8AC3E}">
        <p14:creationId xmlns:p14="http://schemas.microsoft.com/office/powerpoint/2010/main" val="797210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AF862-0FA0-6735-7C4C-B70DE66E4A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154DFC-5763-FA1C-448A-7C04DE8785AB}"/>
              </a:ext>
            </a:extLst>
          </p:cNvPr>
          <p:cNvSpPr>
            <a:spLocks noGrp="1"/>
          </p:cNvSpPr>
          <p:nvPr>
            <p:ph type="title"/>
          </p:nvPr>
        </p:nvSpPr>
        <p:spPr>
          <a:xfrm>
            <a:off x="0" y="0"/>
            <a:ext cx="12192000" cy="618067"/>
          </a:xfrm>
        </p:spPr>
        <p:txBody>
          <a:bodyPr>
            <a:normAutofit/>
          </a:bodyPr>
          <a:lstStyle/>
          <a:p>
            <a:pPr algn="ctr"/>
            <a:r>
              <a:rPr lang="en-US" sz="3000" dirty="0">
                <a:solidFill>
                  <a:srgbClr val="0070C0"/>
                </a:solidFill>
                <a:latin typeface="Arial" panose="020B0604020202020204" pitchFamily="34" charset="0"/>
                <a:cs typeface="Arial" panose="020B0604020202020204" pitchFamily="34" charset="0"/>
              </a:rPr>
              <a:t>So </a:t>
            </a:r>
            <a:r>
              <a:rPr lang="en-US" sz="3000" dirty="0" err="1">
                <a:solidFill>
                  <a:srgbClr val="0070C0"/>
                </a:solidFill>
                <a:latin typeface="Arial" panose="020B0604020202020204" pitchFamily="34" charset="0"/>
                <a:cs typeface="Arial" panose="020B0604020202020204" pitchFamily="34" charset="0"/>
              </a:rPr>
              <a:t>sánh</a:t>
            </a:r>
            <a:r>
              <a:rPr lang="en-US" sz="3000" dirty="0">
                <a:solidFill>
                  <a:srgbClr val="0070C0"/>
                </a:solidFill>
                <a:latin typeface="Arial" panose="020B0604020202020204" pitchFamily="34" charset="0"/>
                <a:cs typeface="Arial" panose="020B0604020202020204" pitchFamily="34" charset="0"/>
              </a:rPr>
              <a:t> c</a:t>
            </a:r>
            <a:r>
              <a:rPr lang="vi-VN" sz="3000" dirty="0">
                <a:solidFill>
                  <a:srgbClr val="0070C0"/>
                </a:solidFill>
                <a:latin typeface="Arial" panose="020B0604020202020204" pitchFamily="34" charset="0"/>
                <a:cs typeface="Arial" panose="020B0604020202020204" pitchFamily="34" charset="0"/>
              </a:rPr>
              <a:t>ác loại Firewall</a:t>
            </a:r>
            <a:endParaRPr lang="en-US" sz="3000" dirty="0">
              <a:solidFill>
                <a:srgbClr val="0070C0"/>
              </a:solidFill>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705900C7-AD8E-E28E-6F81-4FB4A2485B3C}"/>
              </a:ext>
            </a:extLst>
          </p:cNvPr>
          <p:cNvGraphicFramePr>
            <a:graphicFrameLocks noGrp="1"/>
          </p:cNvGraphicFramePr>
          <p:nvPr>
            <p:extLst>
              <p:ext uri="{D42A27DB-BD31-4B8C-83A1-F6EECF244321}">
                <p14:modId xmlns:p14="http://schemas.microsoft.com/office/powerpoint/2010/main" val="505556649"/>
              </p:ext>
            </p:extLst>
          </p:nvPr>
        </p:nvGraphicFramePr>
        <p:xfrm>
          <a:off x="1254035" y="1018903"/>
          <a:ext cx="9274627" cy="4632962"/>
        </p:xfrm>
        <a:graphic>
          <a:graphicData uri="http://schemas.openxmlformats.org/drawingml/2006/table">
            <a:tbl>
              <a:tblPr>
                <a:tableStyleId>{BC89EF96-8CEA-46FF-86C4-4CE0E7609802}</a:tableStyleId>
              </a:tblPr>
              <a:tblGrid>
                <a:gridCol w="1618981">
                  <a:extLst>
                    <a:ext uri="{9D8B030D-6E8A-4147-A177-3AD203B41FA5}">
                      <a16:colId xmlns:a16="http://schemas.microsoft.com/office/drawing/2014/main" val="3658403710"/>
                    </a:ext>
                  </a:extLst>
                </a:gridCol>
                <a:gridCol w="1782134">
                  <a:extLst>
                    <a:ext uri="{9D8B030D-6E8A-4147-A177-3AD203B41FA5}">
                      <a16:colId xmlns:a16="http://schemas.microsoft.com/office/drawing/2014/main" val="3522560706"/>
                    </a:ext>
                  </a:extLst>
                </a:gridCol>
                <a:gridCol w="2949306">
                  <a:extLst>
                    <a:ext uri="{9D8B030D-6E8A-4147-A177-3AD203B41FA5}">
                      <a16:colId xmlns:a16="http://schemas.microsoft.com/office/drawing/2014/main" val="1169590872"/>
                    </a:ext>
                  </a:extLst>
                </a:gridCol>
                <a:gridCol w="2924206">
                  <a:extLst>
                    <a:ext uri="{9D8B030D-6E8A-4147-A177-3AD203B41FA5}">
                      <a16:colId xmlns:a16="http://schemas.microsoft.com/office/drawing/2014/main" val="2927221753"/>
                    </a:ext>
                  </a:extLst>
                </a:gridCol>
              </a:tblGrid>
              <a:tr h="268178">
                <a:tc>
                  <a:txBody>
                    <a:bodyPr/>
                    <a:lstStyle/>
                    <a:p>
                      <a:pPr algn="ctr" fontAlgn="ctr"/>
                      <a:r>
                        <a:rPr lang="en-US" sz="1400" b="1" u="none" strike="noStrike" dirty="0" err="1">
                          <a:effectLst/>
                        </a:rPr>
                        <a:t>Giải</a:t>
                      </a:r>
                      <a:r>
                        <a:rPr lang="en-US" sz="1400" b="1" u="none" strike="noStrike" dirty="0">
                          <a:effectLst/>
                        </a:rPr>
                        <a:t> </a:t>
                      </a:r>
                      <a:r>
                        <a:rPr lang="en-US" sz="1400" b="1" u="none" strike="noStrike" dirty="0" err="1">
                          <a:effectLst/>
                        </a:rPr>
                        <a:t>pháp</a:t>
                      </a:r>
                      <a:endParaRPr lang="en-US" sz="1400" b="1" i="0" u="none" strike="noStrike" dirty="0">
                        <a:solidFill>
                          <a:srgbClr val="404040"/>
                        </a:solidFill>
                        <a:effectLst/>
                        <a:latin typeface="Arial" panose="020B0604020202020204" pitchFamily="34" charset="0"/>
                      </a:endParaRPr>
                    </a:p>
                  </a:txBody>
                  <a:tcPr marL="6580" marR="6580" marT="6580" marB="0" anchor="ctr"/>
                </a:tc>
                <a:tc>
                  <a:txBody>
                    <a:bodyPr/>
                    <a:lstStyle/>
                    <a:p>
                      <a:pPr algn="ctr" fontAlgn="ctr"/>
                      <a:r>
                        <a:rPr lang="en-US" sz="1400" b="1" u="none" strike="noStrike" dirty="0" err="1">
                          <a:effectLst/>
                        </a:rPr>
                        <a:t>Loại</a:t>
                      </a:r>
                      <a:endParaRPr lang="en-US" sz="1400" b="1" i="0" u="none" strike="noStrike" dirty="0">
                        <a:solidFill>
                          <a:srgbClr val="404040"/>
                        </a:solidFill>
                        <a:effectLst/>
                        <a:latin typeface="Arial" panose="020B0604020202020204" pitchFamily="34" charset="0"/>
                      </a:endParaRPr>
                    </a:p>
                  </a:txBody>
                  <a:tcPr marL="6580" marR="6580" marT="6580" marB="0" anchor="ctr"/>
                </a:tc>
                <a:tc>
                  <a:txBody>
                    <a:bodyPr/>
                    <a:lstStyle/>
                    <a:p>
                      <a:pPr algn="ctr" fontAlgn="ctr"/>
                      <a:r>
                        <a:rPr lang="vi-VN" sz="1400" b="1" u="none" strike="noStrike" dirty="0">
                          <a:effectLst/>
                        </a:rPr>
                        <a:t>Ưu điểm</a:t>
                      </a:r>
                      <a:endParaRPr lang="vi-VN" sz="1400" b="1" i="0" u="none" strike="noStrike" dirty="0">
                        <a:solidFill>
                          <a:srgbClr val="404040"/>
                        </a:solidFill>
                        <a:effectLst/>
                        <a:latin typeface="Arial" panose="020B0604020202020204" pitchFamily="34" charset="0"/>
                      </a:endParaRPr>
                    </a:p>
                  </a:txBody>
                  <a:tcPr marL="6580" marR="6580" marT="6580" marB="0" anchor="ctr"/>
                </a:tc>
                <a:tc>
                  <a:txBody>
                    <a:bodyPr/>
                    <a:lstStyle/>
                    <a:p>
                      <a:pPr algn="ctr" fontAlgn="ctr"/>
                      <a:r>
                        <a:rPr lang="vi-VN" sz="1400" b="1" u="none" strike="noStrike" dirty="0">
                          <a:effectLst/>
                        </a:rPr>
                        <a:t>Nhược điểm</a:t>
                      </a:r>
                      <a:endParaRPr lang="vi-VN" sz="1400" b="1" i="0" u="none" strike="noStrike" dirty="0">
                        <a:solidFill>
                          <a:srgbClr val="404040"/>
                        </a:solidFill>
                        <a:effectLst/>
                        <a:latin typeface="Arial" panose="020B0604020202020204" pitchFamily="34" charset="0"/>
                      </a:endParaRPr>
                    </a:p>
                  </a:txBody>
                  <a:tcPr marL="6580" marR="6580" marT="6580" marB="0" anchor="ctr"/>
                </a:tc>
                <a:extLst>
                  <a:ext uri="{0D108BD9-81ED-4DB2-BD59-A6C34878D82A}">
                    <a16:rowId xmlns:a16="http://schemas.microsoft.com/office/drawing/2014/main" val="36760979"/>
                  </a:ext>
                </a:extLst>
              </a:tr>
              <a:tr h="545598">
                <a:tc>
                  <a:txBody>
                    <a:bodyPr/>
                    <a:lstStyle/>
                    <a:p>
                      <a:pPr algn="l" fontAlgn="ctr"/>
                      <a:r>
                        <a:rPr lang="en-US" sz="1400" b="1" u="none" strike="noStrike" dirty="0" err="1">
                          <a:effectLst/>
                        </a:rPr>
                        <a:t>pfSense</a:t>
                      </a:r>
                      <a:endParaRPr lang="en-US" sz="1400" b="1" i="0" u="none" strike="noStrike" dirty="0">
                        <a:solidFill>
                          <a:srgbClr val="404040"/>
                        </a:solidFill>
                        <a:effectLst/>
                        <a:latin typeface="Arial" panose="020B0604020202020204" pitchFamily="34" charset="0"/>
                      </a:endParaRPr>
                    </a:p>
                  </a:txBody>
                  <a:tcPr marL="6580" marR="6580" marT="6580" marB="0" anchor="ctr"/>
                </a:tc>
                <a:tc>
                  <a:txBody>
                    <a:bodyPr/>
                    <a:lstStyle/>
                    <a:p>
                      <a:pPr algn="l" fontAlgn="ctr"/>
                      <a:r>
                        <a:rPr lang="en-US" sz="1400" u="none" strike="noStrike">
                          <a:effectLst/>
                        </a:rPr>
                        <a:t>Mã nguồn mở</a:t>
                      </a:r>
                      <a:endParaRPr lang="en-US" sz="1400" b="0" i="0" u="none" strike="noStrike">
                        <a:solidFill>
                          <a:srgbClr val="404040"/>
                        </a:solidFill>
                        <a:effectLst/>
                        <a:latin typeface="Arial" panose="020B0604020202020204" pitchFamily="34" charset="0"/>
                      </a:endParaRPr>
                    </a:p>
                  </a:txBody>
                  <a:tcPr marL="6580" marR="6580" marT="6580" marB="0" anchor="ctr"/>
                </a:tc>
                <a:tc>
                  <a:txBody>
                    <a:bodyPr/>
                    <a:lstStyle/>
                    <a:p>
                      <a:pPr algn="l" fontAlgn="ctr"/>
                      <a:r>
                        <a:rPr lang="en-US" sz="1400" u="none" strike="noStrike">
                          <a:effectLst/>
                        </a:rPr>
                        <a:t>Linh hoạt, miễn phí, cộng đồng hỗ trợ mạnh</a:t>
                      </a:r>
                      <a:endParaRPr lang="en-US" sz="1400" b="0" i="0" u="none" strike="noStrike">
                        <a:solidFill>
                          <a:srgbClr val="404040"/>
                        </a:solidFill>
                        <a:effectLst/>
                        <a:latin typeface="Arial" panose="020B0604020202020204" pitchFamily="34" charset="0"/>
                      </a:endParaRPr>
                    </a:p>
                  </a:txBody>
                  <a:tcPr marL="6580" marR="6580" marT="6580" marB="0" anchor="ctr"/>
                </a:tc>
                <a:tc>
                  <a:txBody>
                    <a:bodyPr/>
                    <a:lstStyle/>
                    <a:p>
                      <a:pPr algn="l" fontAlgn="ctr"/>
                      <a:r>
                        <a:rPr lang="en-US" sz="1400" u="none" strike="noStrike">
                          <a:effectLst/>
                        </a:rPr>
                        <a:t>Yêu cầu kiến thức kỹ thuật để cấu hình nâng cao</a:t>
                      </a:r>
                      <a:endParaRPr lang="en-US" sz="1400" b="0" i="0" u="none" strike="noStrike">
                        <a:solidFill>
                          <a:srgbClr val="404040"/>
                        </a:solidFill>
                        <a:effectLst/>
                        <a:latin typeface="Arial" panose="020B0604020202020204" pitchFamily="34" charset="0"/>
                      </a:endParaRPr>
                    </a:p>
                  </a:txBody>
                  <a:tcPr marL="6580" marR="6580" marT="6580" marB="0" anchor="ctr"/>
                </a:tc>
                <a:extLst>
                  <a:ext uri="{0D108BD9-81ED-4DB2-BD59-A6C34878D82A}">
                    <a16:rowId xmlns:a16="http://schemas.microsoft.com/office/drawing/2014/main" val="2368364923"/>
                  </a:ext>
                </a:extLst>
              </a:tr>
              <a:tr h="545598">
                <a:tc>
                  <a:txBody>
                    <a:bodyPr/>
                    <a:lstStyle/>
                    <a:p>
                      <a:pPr algn="l" fontAlgn="ctr"/>
                      <a:r>
                        <a:rPr lang="en-US" sz="1400" b="1" u="none" strike="noStrike">
                          <a:effectLst/>
                        </a:rPr>
                        <a:t>OPNsense</a:t>
                      </a:r>
                      <a:endParaRPr lang="en-US" sz="1400" b="1" i="0" u="none" strike="noStrike">
                        <a:solidFill>
                          <a:srgbClr val="404040"/>
                        </a:solidFill>
                        <a:effectLst/>
                        <a:latin typeface="Arial" panose="020B0604020202020204" pitchFamily="34" charset="0"/>
                      </a:endParaRPr>
                    </a:p>
                  </a:txBody>
                  <a:tcPr marL="6580" marR="6580" marT="6580" marB="0" anchor="ctr"/>
                </a:tc>
                <a:tc>
                  <a:txBody>
                    <a:bodyPr/>
                    <a:lstStyle/>
                    <a:p>
                      <a:pPr algn="l" fontAlgn="ctr"/>
                      <a:r>
                        <a:rPr lang="en-US" sz="1400" u="none" strike="noStrike">
                          <a:effectLst/>
                        </a:rPr>
                        <a:t>Mã nguồn mở</a:t>
                      </a:r>
                      <a:endParaRPr lang="en-US" sz="1400" b="0" i="0" u="none" strike="noStrike">
                        <a:solidFill>
                          <a:srgbClr val="404040"/>
                        </a:solidFill>
                        <a:effectLst/>
                        <a:latin typeface="Arial" panose="020B0604020202020204" pitchFamily="34" charset="0"/>
                      </a:endParaRPr>
                    </a:p>
                  </a:txBody>
                  <a:tcPr marL="6580" marR="6580" marT="6580" marB="0" anchor="ctr"/>
                </a:tc>
                <a:tc>
                  <a:txBody>
                    <a:bodyPr/>
                    <a:lstStyle/>
                    <a:p>
                      <a:pPr algn="l" fontAlgn="ctr"/>
                      <a:r>
                        <a:rPr lang="en-US" sz="1400" u="none" strike="noStrike">
                          <a:effectLst/>
                        </a:rPr>
                        <a:t>Giao diện hiện đại, tập trung vào bảo mật</a:t>
                      </a:r>
                      <a:endParaRPr lang="en-US" sz="1400" b="0" i="0" u="none" strike="noStrike">
                        <a:solidFill>
                          <a:srgbClr val="404040"/>
                        </a:solidFill>
                        <a:effectLst/>
                        <a:latin typeface="Arial" panose="020B0604020202020204" pitchFamily="34" charset="0"/>
                      </a:endParaRPr>
                    </a:p>
                  </a:txBody>
                  <a:tcPr marL="6580" marR="6580" marT="6580" marB="0" anchor="ctr"/>
                </a:tc>
                <a:tc>
                  <a:txBody>
                    <a:bodyPr/>
                    <a:lstStyle/>
                    <a:p>
                      <a:pPr algn="l" fontAlgn="ctr"/>
                      <a:r>
                        <a:rPr lang="vi-VN" sz="1400" u="none" strike="noStrike">
                          <a:effectLst/>
                        </a:rPr>
                        <a:t>Cộng đồng nhỏ hơn pfSense</a:t>
                      </a:r>
                      <a:endParaRPr lang="vi-VN" sz="1400" b="0" i="0" u="none" strike="noStrike">
                        <a:solidFill>
                          <a:srgbClr val="404040"/>
                        </a:solidFill>
                        <a:effectLst/>
                        <a:latin typeface="Arial" panose="020B0604020202020204" pitchFamily="34" charset="0"/>
                      </a:endParaRPr>
                    </a:p>
                  </a:txBody>
                  <a:tcPr marL="6580" marR="6580" marT="6580" marB="0" anchor="ctr"/>
                </a:tc>
                <a:extLst>
                  <a:ext uri="{0D108BD9-81ED-4DB2-BD59-A6C34878D82A}">
                    <a16:rowId xmlns:a16="http://schemas.microsoft.com/office/drawing/2014/main" val="202994942"/>
                  </a:ext>
                </a:extLst>
              </a:tr>
              <a:tr h="545598">
                <a:tc>
                  <a:txBody>
                    <a:bodyPr/>
                    <a:lstStyle/>
                    <a:p>
                      <a:pPr algn="l" fontAlgn="ctr"/>
                      <a:r>
                        <a:rPr lang="en-US" sz="1400" b="1" u="none" strike="noStrike">
                          <a:effectLst/>
                        </a:rPr>
                        <a:t>IPFire</a:t>
                      </a:r>
                      <a:endParaRPr lang="en-US" sz="1400" b="1" i="0" u="none" strike="noStrike">
                        <a:solidFill>
                          <a:srgbClr val="404040"/>
                        </a:solidFill>
                        <a:effectLst/>
                        <a:latin typeface="Arial" panose="020B0604020202020204" pitchFamily="34" charset="0"/>
                      </a:endParaRPr>
                    </a:p>
                  </a:txBody>
                  <a:tcPr marL="6580" marR="6580" marT="6580" marB="0" anchor="ctr"/>
                </a:tc>
                <a:tc>
                  <a:txBody>
                    <a:bodyPr/>
                    <a:lstStyle/>
                    <a:p>
                      <a:pPr algn="l" fontAlgn="ctr"/>
                      <a:r>
                        <a:rPr lang="en-US" sz="1400" u="none" strike="noStrike" dirty="0" err="1">
                          <a:effectLst/>
                        </a:rPr>
                        <a:t>Mã</a:t>
                      </a:r>
                      <a:r>
                        <a:rPr lang="en-US" sz="1400" u="none" strike="noStrike" dirty="0">
                          <a:effectLst/>
                        </a:rPr>
                        <a:t> </a:t>
                      </a:r>
                      <a:r>
                        <a:rPr lang="en-US" sz="1400" u="none" strike="noStrike" dirty="0" err="1">
                          <a:effectLst/>
                        </a:rPr>
                        <a:t>nguồn</a:t>
                      </a:r>
                      <a:r>
                        <a:rPr lang="en-US" sz="1400" u="none" strike="noStrike" dirty="0">
                          <a:effectLst/>
                        </a:rPr>
                        <a:t> </a:t>
                      </a:r>
                      <a:r>
                        <a:rPr lang="en-US" sz="1400" u="none" strike="noStrike" dirty="0" err="1">
                          <a:effectLst/>
                        </a:rPr>
                        <a:t>mở</a:t>
                      </a:r>
                      <a:endParaRPr lang="en-US" sz="1400" b="0" i="0" u="none" strike="noStrike" dirty="0">
                        <a:solidFill>
                          <a:srgbClr val="404040"/>
                        </a:solidFill>
                        <a:effectLst/>
                        <a:latin typeface="Arial" panose="020B0604020202020204" pitchFamily="34" charset="0"/>
                      </a:endParaRPr>
                    </a:p>
                  </a:txBody>
                  <a:tcPr marL="6580" marR="6580" marT="6580" marB="0" anchor="ctr"/>
                </a:tc>
                <a:tc>
                  <a:txBody>
                    <a:bodyPr/>
                    <a:lstStyle/>
                    <a:p>
                      <a:pPr algn="l" fontAlgn="ctr"/>
                      <a:r>
                        <a:rPr lang="en-US" sz="1400" u="none" strike="noStrike">
                          <a:effectLst/>
                        </a:rPr>
                        <a:t>Nhẹ, dễ cấu hình, phù hợp mạng nhỏ</a:t>
                      </a:r>
                      <a:endParaRPr lang="en-US" sz="1400" b="0" i="0" u="none" strike="noStrike">
                        <a:solidFill>
                          <a:srgbClr val="404040"/>
                        </a:solidFill>
                        <a:effectLst/>
                        <a:latin typeface="Arial" panose="020B0604020202020204" pitchFamily="34" charset="0"/>
                      </a:endParaRPr>
                    </a:p>
                  </a:txBody>
                  <a:tcPr marL="6580" marR="6580" marT="6580" marB="0" anchor="ctr"/>
                </a:tc>
                <a:tc>
                  <a:txBody>
                    <a:bodyPr/>
                    <a:lstStyle/>
                    <a:p>
                      <a:pPr algn="l" fontAlgn="ctr"/>
                      <a:r>
                        <a:rPr lang="en-US" sz="1400" u="none" strike="noStrike">
                          <a:effectLst/>
                        </a:rPr>
                        <a:t>Tính năng hạn chế so với các giải pháp khác</a:t>
                      </a:r>
                      <a:endParaRPr lang="en-US" sz="1400" b="0" i="0" u="none" strike="noStrike">
                        <a:solidFill>
                          <a:srgbClr val="404040"/>
                        </a:solidFill>
                        <a:effectLst/>
                        <a:latin typeface="Arial" panose="020B0604020202020204" pitchFamily="34" charset="0"/>
                      </a:endParaRPr>
                    </a:p>
                  </a:txBody>
                  <a:tcPr marL="6580" marR="6580" marT="6580" marB="0" anchor="ctr"/>
                </a:tc>
                <a:extLst>
                  <a:ext uri="{0D108BD9-81ED-4DB2-BD59-A6C34878D82A}">
                    <a16:rowId xmlns:a16="http://schemas.microsoft.com/office/drawing/2014/main" val="1846849666"/>
                  </a:ext>
                </a:extLst>
              </a:tr>
              <a:tr h="545598">
                <a:tc>
                  <a:txBody>
                    <a:bodyPr/>
                    <a:lstStyle/>
                    <a:p>
                      <a:pPr algn="l" fontAlgn="ctr"/>
                      <a:r>
                        <a:rPr lang="en-US" sz="1400" b="1" u="none" strike="noStrike">
                          <a:effectLst/>
                        </a:rPr>
                        <a:t>Untangle NG</a:t>
                      </a:r>
                      <a:endParaRPr lang="en-US" sz="1400" b="1" i="0" u="none" strike="noStrike">
                        <a:solidFill>
                          <a:srgbClr val="404040"/>
                        </a:solidFill>
                        <a:effectLst/>
                        <a:latin typeface="Arial" panose="020B0604020202020204" pitchFamily="34" charset="0"/>
                      </a:endParaRPr>
                    </a:p>
                  </a:txBody>
                  <a:tcPr marL="6580" marR="6580" marT="6580" marB="0" anchor="ctr"/>
                </a:tc>
                <a:tc>
                  <a:txBody>
                    <a:bodyPr/>
                    <a:lstStyle/>
                    <a:p>
                      <a:pPr algn="l" fontAlgn="ctr"/>
                      <a:r>
                        <a:rPr lang="vi-VN" sz="1400" u="none" strike="noStrike">
                          <a:effectLst/>
                        </a:rPr>
                        <a:t>Mã nguồn mở/Thương mại</a:t>
                      </a:r>
                      <a:endParaRPr lang="vi-VN" sz="1400" b="0" i="0" u="none" strike="noStrike">
                        <a:solidFill>
                          <a:srgbClr val="404040"/>
                        </a:solidFill>
                        <a:effectLst/>
                        <a:latin typeface="Arial" panose="020B0604020202020204" pitchFamily="34" charset="0"/>
                      </a:endParaRPr>
                    </a:p>
                  </a:txBody>
                  <a:tcPr marL="6580" marR="6580" marT="6580" marB="0" anchor="ctr"/>
                </a:tc>
                <a:tc>
                  <a:txBody>
                    <a:bodyPr/>
                    <a:lstStyle/>
                    <a:p>
                      <a:pPr algn="l" fontAlgn="ctr"/>
                      <a:r>
                        <a:rPr lang="en-US" sz="1400" u="none" strike="noStrike">
                          <a:effectLst/>
                        </a:rPr>
                        <a:t>Dễ cấu hình, hỗ trợ lọc nội dung và VPN</a:t>
                      </a:r>
                      <a:endParaRPr lang="en-US" sz="1400" b="0" i="0" u="none" strike="noStrike">
                        <a:solidFill>
                          <a:srgbClr val="404040"/>
                        </a:solidFill>
                        <a:effectLst/>
                        <a:latin typeface="Arial" panose="020B0604020202020204" pitchFamily="34" charset="0"/>
                      </a:endParaRPr>
                    </a:p>
                  </a:txBody>
                  <a:tcPr marL="6580" marR="6580" marT="6580" marB="0" anchor="ctr"/>
                </a:tc>
                <a:tc>
                  <a:txBody>
                    <a:bodyPr/>
                    <a:lstStyle/>
                    <a:p>
                      <a:pPr algn="l" fontAlgn="ctr"/>
                      <a:r>
                        <a:rPr lang="en-US" sz="1400" u="none" strike="noStrike">
                          <a:effectLst/>
                        </a:rPr>
                        <a:t>Phiên bản miễn phí bị giới hạn tính năng</a:t>
                      </a:r>
                      <a:endParaRPr lang="en-US" sz="1400" b="0" i="0" u="none" strike="noStrike">
                        <a:solidFill>
                          <a:srgbClr val="404040"/>
                        </a:solidFill>
                        <a:effectLst/>
                        <a:latin typeface="Arial" panose="020B0604020202020204" pitchFamily="34" charset="0"/>
                      </a:endParaRPr>
                    </a:p>
                  </a:txBody>
                  <a:tcPr marL="6580" marR="6580" marT="6580" marB="0" anchor="ctr"/>
                </a:tc>
                <a:extLst>
                  <a:ext uri="{0D108BD9-81ED-4DB2-BD59-A6C34878D82A}">
                    <a16:rowId xmlns:a16="http://schemas.microsoft.com/office/drawing/2014/main" val="3680538737"/>
                  </a:ext>
                </a:extLst>
              </a:tr>
              <a:tr h="545598">
                <a:tc>
                  <a:txBody>
                    <a:bodyPr/>
                    <a:lstStyle/>
                    <a:p>
                      <a:pPr algn="l" fontAlgn="ctr"/>
                      <a:r>
                        <a:rPr lang="en-US" sz="1400" b="1" u="none" strike="noStrike">
                          <a:effectLst/>
                        </a:rPr>
                        <a:t>Fortigate</a:t>
                      </a:r>
                      <a:endParaRPr lang="en-US" sz="1400" b="1" i="0" u="none" strike="noStrike">
                        <a:solidFill>
                          <a:srgbClr val="404040"/>
                        </a:solidFill>
                        <a:effectLst/>
                        <a:latin typeface="Arial" panose="020B0604020202020204" pitchFamily="34" charset="0"/>
                      </a:endParaRPr>
                    </a:p>
                  </a:txBody>
                  <a:tcPr marL="6580" marR="6580" marT="6580" marB="0" anchor="ctr"/>
                </a:tc>
                <a:tc>
                  <a:txBody>
                    <a:bodyPr/>
                    <a:lstStyle/>
                    <a:p>
                      <a:pPr algn="l" fontAlgn="ctr"/>
                      <a:r>
                        <a:rPr lang="vi-VN" sz="1400" u="none" strike="noStrike">
                          <a:effectLst/>
                        </a:rPr>
                        <a:t>Thương mại</a:t>
                      </a:r>
                      <a:endParaRPr lang="vi-VN" sz="1400" b="0" i="0" u="none" strike="noStrike">
                        <a:solidFill>
                          <a:srgbClr val="404040"/>
                        </a:solidFill>
                        <a:effectLst/>
                        <a:latin typeface="Arial" panose="020B0604020202020204" pitchFamily="34" charset="0"/>
                      </a:endParaRPr>
                    </a:p>
                  </a:txBody>
                  <a:tcPr marL="6580" marR="6580" marT="6580" marB="0" anchor="ctr"/>
                </a:tc>
                <a:tc>
                  <a:txBody>
                    <a:bodyPr/>
                    <a:lstStyle/>
                    <a:p>
                      <a:pPr algn="l" fontAlgn="ctr"/>
                      <a:r>
                        <a:rPr lang="en-US" sz="1400" u="none" strike="noStrike">
                          <a:effectLst/>
                        </a:rPr>
                        <a:t>Hiệu suất cao, tích hợp nhiều tính năng bảo mật</a:t>
                      </a:r>
                      <a:endParaRPr lang="en-US" sz="1400" b="0" i="0" u="none" strike="noStrike">
                        <a:solidFill>
                          <a:srgbClr val="404040"/>
                        </a:solidFill>
                        <a:effectLst/>
                        <a:latin typeface="Arial" panose="020B0604020202020204" pitchFamily="34" charset="0"/>
                      </a:endParaRPr>
                    </a:p>
                  </a:txBody>
                  <a:tcPr marL="6580" marR="6580" marT="6580" marB="0" anchor="ctr"/>
                </a:tc>
                <a:tc>
                  <a:txBody>
                    <a:bodyPr/>
                    <a:lstStyle/>
                    <a:p>
                      <a:pPr algn="l" fontAlgn="ctr"/>
                      <a:r>
                        <a:rPr lang="en-US" sz="1400" u="none" strike="noStrike">
                          <a:effectLst/>
                        </a:rPr>
                        <a:t>Chi phí cao, yêu cầu giấy phép hàng năm</a:t>
                      </a:r>
                      <a:endParaRPr lang="en-US" sz="1400" b="0" i="0" u="none" strike="noStrike">
                        <a:solidFill>
                          <a:srgbClr val="404040"/>
                        </a:solidFill>
                        <a:effectLst/>
                        <a:latin typeface="Arial" panose="020B0604020202020204" pitchFamily="34" charset="0"/>
                      </a:endParaRPr>
                    </a:p>
                  </a:txBody>
                  <a:tcPr marL="6580" marR="6580" marT="6580" marB="0" anchor="ctr"/>
                </a:tc>
                <a:extLst>
                  <a:ext uri="{0D108BD9-81ED-4DB2-BD59-A6C34878D82A}">
                    <a16:rowId xmlns:a16="http://schemas.microsoft.com/office/drawing/2014/main" val="3014319865"/>
                  </a:ext>
                </a:extLst>
              </a:tr>
              <a:tr h="545598">
                <a:tc>
                  <a:txBody>
                    <a:bodyPr/>
                    <a:lstStyle/>
                    <a:p>
                      <a:pPr algn="l" fontAlgn="ctr"/>
                      <a:r>
                        <a:rPr lang="en-US" sz="1400" b="1" u="none" strike="noStrike">
                          <a:effectLst/>
                        </a:rPr>
                        <a:t>Palo Alto</a:t>
                      </a:r>
                      <a:endParaRPr lang="en-US" sz="1400" b="1" i="0" u="none" strike="noStrike">
                        <a:solidFill>
                          <a:srgbClr val="404040"/>
                        </a:solidFill>
                        <a:effectLst/>
                        <a:latin typeface="Arial" panose="020B0604020202020204" pitchFamily="34" charset="0"/>
                      </a:endParaRPr>
                    </a:p>
                  </a:txBody>
                  <a:tcPr marL="6580" marR="6580" marT="6580" marB="0" anchor="ctr"/>
                </a:tc>
                <a:tc>
                  <a:txBody>
                    <a:bodyPr/>
                    <a:lstStyle/>
                    <a:p>
                      <a:pPr algn="l" fontAlgn="ctr"/>
                      <a:r>
                        <a:rPr lang="vi-VN" sz="1400" u="none" strike="noStrike">
                          <a:effectLst/>
                        </a:rPr>
                        <a:t>Thương mại</a:t>
                      </a:r>
                      <a:endParaRPr lang="vi-VN" sz="1400" b="0" i="0" u="none" strike="noStrike">
                        <a:solidFill>
                          <a:srgbClr val="404040"/>
                        </a:solidFill>
                        <a:effectLst/>
                        <a:latin typeface="Arial" panose="020B0604020202020204" pitchFamily="34" charset="0"/>
                      </a:endParaRPr>
                    </a:p>
                  </a:txBody>
                  <a:tcPr marL="6580" marR="6580" marT="6580" marB="0" anchor="ctr"/>
                </a:tc>
                <a:tc>
                  <a:txBody>
                    <a:bodyPr/>
                    <a:lstStyle/>
                    <a:p>
                      <a:pPr algn="l" fontAlgn="ctr"/>
                      <a:r>
                        <a:rPr lang="en-US" sz="1400" u="none" strike="noStrike">
                          <a:effectLst/>
                        </a:rPr>
                        <a:t>Công nghệ App-ID, ngăn chặn mối đe dọa tiên tiến</a:t>
                      </a:r>
                      <a:endParaRPr lang="en-US" sz="1400" b="0" i="0" u="none" strike="noStrike">
                        <a:solidFill>
                          <a:srgbClr val="404040"/>
                        </a:solidFill>
                        <a:effectLst/>
                        <a:latin typeface="Arial" panose="020B0604020202020204" pitchFamily="34" charset="0"/>
                      </a:endParaRPr>
                    </a:p>
                  </a:txBody>
                  <a:tcPr marL="6580" marR="6580" marT="6580" marB="0" anchor="ctr"/>
                </a:tc>
                <a:tc>
                  <a:txBody>
                    <a:bodyPr/>
                    <a:lstStyle/>
                    <a:p>
                      <a:pPr algn="l" fontAlgn="ctr"/>
                      <a:r>
                        <a:rPr lang="en-US" sz="1400" u="none" strike="noStrike">
                          <a:effectLst/>
                        </a:rPr>
                        <a:t>Chi phí rất cao, phù hợp doanh nghiệp lớn</a:t>
                      </a:r>
                      <a:endParaRPr lang="en-US" sz="1400" b="0" i="0" u="none" strike="noStrike">
                        <a:solidFill>
                          <a:srgbClr val="404040"/>
                        </a:solidFill>
                        <a:effectLst/>
                        <a:latin typeface="Arial" panose="020B0604020202020204" pitchFamily="34" charset="0"/>
                      </a:endParaRPr>
                    </a:p>
                  </a:txBody>
                  <a:tcPr marL="6580" marR="6580" marT="6580" marB="0" anchor="ctr"/>
                </a:tc>
                <a:extLst>
                  <a:ext uri="{0D108BD9-81ED-4DB2-BD59-A6C34878D82A}">
                    <a16:rowId xmlns:a16="http://schemas.microsoft.com/office/drawing/2014/main" val="3837854466"/>
                  </a:ext>
                </a:extLst>
              </a:tr>
              <a:tr h="545598">
                <a:tc>
                  <a:txBody>
                    <a:bodyPr/>
                    <a:lstStyle/>
                    <a:p>
                      <a:pPr algn="l" fontAlgn="ctr"/>
                      <a:r>
                        <a:rPr lang="en-US" sz="1400" b="1" u="none" strike="noStrike">
                          <a:effectLst/>
                        </a:rPr>
                        <a:t>Sophos XG</a:t>
                      </a:r>
                      <a:endParaRPr lang="en-US" sz="1400" b="1" i="0" u="none" strike="noStrike">
                        <a:solidFill>
                          <a:srgbClr val="404040"/>
                        </a:solidFill>
                        <a:effectLst/>
                        <a:latin typeface="Arial" panose="020B0604020202020204" pitchFamily="34" charset="0"/>
                      </a:endParaRPr>
                    </a:p>
                  </a:txBody>
                  <a:tcPr marL="6580" marR="6580" marT="6580" marB="0" anchor="ctr"/>
                </a:tc>
                <a:tc>
                  <a:txBody>
                    <a:bodyPr/>
                    <a:lstStyle/>
                    <a:p>
                      <a:pPr algn="l" fontAlgn="ctr"/>
                      <a:r>
                        <a:rPr lang="vi-VN" sz="1400" u="none" strike="noStrike">
                          <a:effectLst/>
                        </a:rPr>
                        <a:t>Thương mại</a:t>
                      </a:r>
                      <a:endParaRPr lang="vi-VN" sz="1400" b="0" i="0" u="none" strike="noStrike">
                        <a:solidFill>
                          <a:srgbClr val="404040"/>
                        </a:solidFill>
                        <a:effectLst/>
                        <a:latin typeface="Arial" panose="020B0604020202020204" pitchFamily="34" charset="0"/>
                      </a:endParaRPr>
                    </a:p>
                  </a:txBody>
                  <a:tcPr marL="6580" marR="6580" marT="6580" marB="0" anchor="ctr"/>
                </a:tc>
                <a:tc>
                  <a:txBody>
                    <a:bodyPr/>
                    <a:lstStyle/>
                    <a:p>
                      <a:pPr algn="l" fontAlgn="ctr"/>
                      <a:r>
                        <a:rPr lang="en-US" sz="1400" u="none" strike="noStrike">
                          <a:effectLst/>
                        </a:rPr>
                        <a:t>Tính năng bảo mật nâng cao, dễ sử dụng</a:t>
                      </a:r>
                      <a:endParaRPr lang="en-US" sz="1400" b="0" i="0" u="none" strike="noStrike">
                        <a:solidFill>
                          <a:srgbClr val="404040"/>
                        </a:solidFill>
                        <a:effectLst/>
                        <a:latin typeface="Arial" panose="020B0604020202020204" pitchFamily="34" charset="0"/>
                      </a:endParaRPr>
                    </a:p>
                  </a:txBody>
                  <a:tcPr marL="6580" marR="6580" marT="6580" marB="0" anchor="ctr"/>
                </a:tc>
                <a:tc>
                  <a:txBody>
                    <a:bodyPr/>
                    <a:lstStyle/>
                    <a:p>
                      <a:pPr algn="l" fontAlgn="ctr"/>
                      <a:r>
                        <a:rPr lang="en-US" sz="1400" u="none" strike="noStrike">
                          <a:effectLst/>
                        </a:rPr>
                        <a:t>Chi phí cao, yêu cầu giấy phép</a:t>
                      </a:r>
                      <a:endParaRPr lang="en-US" sz="1400" b="0" i="0" u="none" strike="noStrike">
                        <a:solidFill>
                          <a:srgbClr val="404040"/>
                        </a:solidFill>
                        <a:effectLst/>
                        <a:latin typeface="Arial" panose="020B0604020202020204" pitchFamily="34" charset="0"/>
                      </a:endParaRPr>
                    </a:p>
                  </a:txBody>
                  <a:tcPr marL="6580" marR="6580" marT="6580" marB="0" anchor="ctr"/>
                </a:tc>
                <a:extLst>
                  <a:ext uri="{0D108BD9-81ED-4DB2-BD59-A6C34878D82A}">
                    <a16:rowId xmlns:a16="http://schemas.microsoft.com/office/drawing/2014/main" val="2078239196"/>
                  </a:ext>
                </a:extLst>
              </a:tr>
              <a:tr h="545598">
                <a:tc>
                  <a:txBody>
                    <a:bodyPr/>
                    <a:lstStyle/>
                    <a:p>
                      <a:pPr algn="l" fontAlgn="ctr"/>
                      <a:r>
                        <a:rPr lang="en-US" sz="1400" b="1" u="none" strike="noStrike" dirty="0">
                          <a:effectLst/>
                        </a:rPr>
                        <a:t>Cisco ASA</a:t>
                      </a:r>
                      <a:endParaRPr lang="en-US" sz="1400" b="1" i="0" u="none" strike="noStrike" dirty="0">
                        <a:solidFill>
                          <a:srgbClr val="404040"/>
                        </a:solidFill>
                        <a:effectLst/>
                        <a:latin typeface="Arial" panose="020B0604020202020204" pitchFamily="34" charset="0"/>
                      </a:endParaRPr>
                    </a:p>
                  </a:txBody>
                  <a:tcPr marL="6580" marR="6580" marT="6580" marB="0" anchor="ctr"/>
                </a:tc>
                <a:tc>
                  <a:txBody>
                    <a:bodyPr/>
                    <a:lstStyle/>
                    <a:p>
                      <a:pPr algn="l" fontAlgn="ctr"/>
                      <a:r>
                        <a:rPr lang="vi-VN" sz="1400" u="none" strike="noStrike" dirty="0">
                          <a:effectLst/>
                        </a:rPr>
                        <a:t>Thương mại</a:t>
                      </a:r>
                      <a:endParaRPr lang="vi-VN" sz="1400" b="0" i="0" u="none" strike="noStrike" dirty="0">
                        <a:solidFill>
                          <a:srgbClr val="404040"/>
                        </a:solidFill>
                        <a:effectLst/>
                        <a:latin typeface="Arial" panose="020B0604020202020204" pitchFamily="34" charset="0"/>
                      </a:endParaRPr>
                    </a:p>
                  </a:txBody>
                  <a:tcPr marL="6580" marR="6580" marT="6580" marB="0" anchor="ctr"/>
                </a:tc>
                <a:tc>
                  <a:txBody>
                    <a:bodyPr/>
                    <a:lstStyle/>
                    <a:p>
                      <a:pPr algn="l" fontAlgn="ctr"/>
                      <a:r>
                        <a:rPr lang="en-US" sz="1400" u="none" strike="noStrike">
                          <a:effectLst/>
                        </a:rPr>
                        <a:t>Phù hợp doanh nghiệp lớn, tích hợp với hệ sinh thái Cisco</a:t>
                      </a:r>
                      <a:endParaRPr lang="en-US" sz="1400" b="0" i="0" u="none" strike="noStrike">
                        <a:solidFill>
                          <a:srgbClr val="404040"/>
                        </a:solidFill>
                        <a:effectLst/>
                        <a:latin typeface="Arial" panose="020B0604020202020204" pitchFamily="34" charset="0"/>
                      </a:endParaRPr>
                    </a:p>
                  </a:txBody>
                  <a:tcPr marL="6580" marR="6580" marT="6580" marB="0" anchor="ctr"/>
                </a:tc>
                <a:tc>
                  <a:txBody>
                    <a:bodyPr/>
                    <a:lstStyle/>
                    <a:p>
                      <a:pPr algn="l" fontAlgn="ctr"/>
                      <a:r>
                        <a:rPr lang="en-US" sz="1400" u="none" strike="noStrike" dirty="0">
                          <a:effectLst/>
                        </a:rPr>
                        <a:t>Chi </a:t>
                      </a:r>
                      <a:r>
                        <a:rPr lang="en-US" sz="1400" u="none" strike="noStrike" dirty="0" err="1">
                          <a:effectLst/>
                        </a:rPr>
                        <a:t>phí</a:t>
                      </a:r>
                      <a:r>
                        <a:rPr lang="en-US" sz="1400" u="none" strike="noStrike" dirty="0">
                          <a:effectLst/>
                        </a:rPr>
                        <a:t> </a:t>
                      </a:r>
                      <a:r>
                        <a:rPr lang="en-US" sz="1400" u="none" strike="noStrike" dirty="0" err="1">
                          <a:effectLst/>
                        </a:rPr>
                        <a:t>cao</a:t>
                      </a:r>
                      <a:r>
                        <a:rPr lang="en-US" sz="1400" u="none" strike="noStrike" dirty="0">
                          <a:effectLst/>
                        </a:rPr>
                        <a:t>, </a:t>
                      </a:r>
                      <a:r>
                        <a:rPr lang="en-US" sz="1400" u="none" strike="noStrike" dirty="0" err="1">
                          <a:effectLst/>
                        </a:rPr>
                        <a:t>phức</a:t>
                      </a:r>
                      <a:r>
                        <a:rPr lang="en-US" sz="1400" u="none" strike="noStrike" dirty="0">
                          <a:effectLst/>
                        </a:rPr>
                        <a:t> </a:t>
                      </a:r>
                      <a:r>
                        <a:rPr lang="en-US" sz="1400" u="none" strike="noStrike" dirty="0" err="1">
                          <a:effectLst/>
                        </a:rPr>
                        <a:t>tạp</a:t>
                      </a:r>
                      <a:r>
                        <a:rPr lang="en-US" sz="1400" u="none" strike="noStrike" dirty="0">
                          <a:effectLst/>
                        </a:rPr>
                        <a:t> </a:t>
                      </a:r>
                      <a:r>
                        <a:rPr lang="en-US" sz="1400" u="none" strike="noStrike" dirty="0" err="1">
                          <a:effectLst/>
                        </a:rPr>
                        <a:t>trong</a:t>
                      </a:r>
                      <a:r>
                        <a:rPr lang="en-US" sz="1400" u="none" strike="noStrike" dirty="0">
                          <a:effectLst/>
                        </a:rPr>
                        <a:t> </a:t>
                      </a:r>
                      <a:r>
                        <a:rPr lang="en-US" sz="1400" u="none" strike="noStrike" dirty="0" err="1">
                          <a:effectLst/>
                        </a:rPr>
                        <a:t>cấu</a:t>
                      </a:r>
                      <a:r>
                        <a:rPr lang="en-US" sz="1400" u="none" strike="noStrike" dirty="0">
                          <a:effectLst/>
                        </a:rPr>
                        <a:t> </a:t>
                      </a:r>
                      <a:r>
                        <a:rPr lang="en-US" sz="1400" u="none" strike="noStrike" dirty="0" err="1">
                          <a:effectLst/>
                        </a:rPr>
                        <a:t>hình</a:t>
                      </a:r>
                      <a:endParaRPr lang="en-US" sz="1400" b="0" i="0" u="none" strike="noStrike" dirty="0">
                        <a:solidFill>
                          <a:srgbClr val="404040"/>
                        </a:solidFill>
                        <a:effectLst/>
                        <a:latin typeface="Arial" panose="020B0604020202020204" pitchFamily="34" charset="0"/>
                      </a:endParaRPr>
                    </a:p>
                  </a:txBody>
                  <a:tcPr marL="6580" marR="6580" marT="6580" marB="0" anchor="ctr"/>
                </a:tc>
                <a:extLst>
                  <a:ext uri="{0D108BD9-81ED-4DB2-BD59-A6C34878D82A}">
                    <a16:rowId xmlns:a16="http://schemas.microsoft.com/office/drawing/2014/main" val="929932100"/>
                  </a:ext>
                </a:extLst>
              </a:tr>
            </a:tbl>
          </a:graphicData>
        </a:graphic>
      </p:graphicFrame>
    </p:spTree>
    <p:extLst>
      <p:ext uri="{BB962C8B-B14F-4D97-AF65-F5344CB8AC3E}">
        <p14:creationId xmlns:p14="http://schemas.microsoft.com/office/powerpoint/2010/main" val="1691871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B5AB7-CE1D-0066-98BA-F9AAE9B8334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A4A8FFD-6FFC-52BA-7776-E1CB1061163E}"/>
              </a:ext>
            </a:extLst>
          </p:cNvPr>
          <p:cNvSpPr txBox="1"/>
          <p:nvPr/>
        </p:nvSpPr>
        <p:spPr>
          <a:xfrm>
            <a:off x="2244306" y="2001329"/>
            <a:ext cx="7703388" cy="830997"/>
          </a:xfrm>
          <a:prstGeom prst="rect">
            <a:avLst/>
          </a:prstGeom>
          <a:noFill/>
        </p:spPr>
        <p:txBody>
          <a:bodyPr wrap="square" rtlCol="0">
            <a:spAutoFit/>
          </a:bodyPr>
          <a:lstStyle/>
          <a:p>
            <a:pPr algn="ctr"/>
            <a:r>
              <a:rPr lang="en-US" sz="2400" b="1" dirty="0">
                <a:solidFill>
                  <a:srgbClr val="0070C0"/>
                </a:solidFill>
              </a:rPr>
              <a:t>PHẦN 2</a:t>
            </a:r>
          </a:p>
          <a:p>
            <a:pPr algn="ctr"/>
            <a:r>
              <a:rPr lang="en-US" sz="2400" b="1" dirty="0">
                <a:solidFill>
                  <a:srgbClr val="0070C0"/>
                </a:solidFill>
              </a:rPr>
              <a:t>HƯỚNG DẪN CÀI ĐẶT PFSENSE</a:t>
            </a:r>
          </a:p>
        </p:txBody>
      </p:sp>
    </p:spTree>
    <p:extLst>
      <p:ext uri="{BB962C8B-B14F-4D97-AF65-F5344CB8AC3E}">
        <p14:creationId xmlns:p14="http://schemas.microsoft.com/office/powerpoint/2010/main" val="2057048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CF422-21D6-98FE-EBFB-F2CC5707B3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A9D09D-FA20-E54E-8B9F-1881A5B0AA42}"/>
              </a:ext>
            </a:extLst>
          </p:cNvPr>
          <p:cNvSpPr>
            <a:spLocks noGrp="1"/>
          </p:cNvSpPr>
          <p:nvPr>
            <p:ph type="title"/>
          </p:nvPr>
        </p:nvSpPr>
        <p:spPr>
          <a:xfrm>
            <a:off x="0" y="0"/>
            <a:ext cx="12192000" cy="618067"/>
          </a:xfrm>
        </p:spPr>
        <p:txBody>
          <a:bodyPr>
            <a:normAutofit/>
          </a:bodyPr>
          <a:lstStyle/>
          <a:p>
            <a:pPr algn="ctr"/>
            <a:r>
              <a:rPr lang="en-US" sz="3000" dirty="0" err="1">
                <a:solidFill>
                  <a:srgbClr val="0070C0"/>
                </a:solidFill>
              </a:rPr>
              <a:t>Các</a:t>
            </a:r>
            <a:r>
              <a:rPr lang="en-US" sz="3000" dirty="0">
                <a:solidFill>
                  <a:srgbClr val="0070C0"/>
                </a:solidFill>
              </a:rPr>
              <a:t> </a:t>
            </a:r>
            <a:r>
              <a:rPr lang="en-US" sz="3000" dirty="0" err="1">
                <a:solidFill>
                  <a:srgbClr val="0070C0"/>
                </a:solidFill>
              </a:rPr>
              <a:t>loại</a:t>
            </a:r>
            <a:r>
              <a:rPr lang="en-US" sz="3000" dirty="0">
                <a:solidFill>
                  <a:srgbClr val="0070C0"/>
                </a:solidFill>
              </a:rPr>
              <a:t> File </a:t>
            </a:r>
            <a:r>
              <a:rPr lang="en-US" sz="3000" dirty="0" err="1">
                <a:solidFill>
                  <a:srgbClr val="0070C0"/>
                </a:solidFill>
              </a:rPr>
              <a:t>cài</a:t>
            </a:r>
            <a:r>
              <a:rPr lang="en-US" sz="3000" dirty="0">
                <a:solidFill>
                  <a:srgbClr val="0070C0"/>
                </a:solidFill>
              </a:rPr>
              <a:t> </a:t>
            </a:r>
            <a:r>
              <a:rPr lang="en-US" sz="3000" dirty="0" err="1">
                <a:solidFill>
                  <a:srgbClr val="0070C0"/>
                </a:solidFill>
              </a:rPr>
              <a:t>đặt</a:t>
            </a:r>
            <a:r>
              <a:rPr lang="en-US" sz="3000" dirty="0">
                <a:solidFill>
                  <a:srgbClr val="0070C0"/>
                </a:solidFill>
              </a:rPr>
              <a:t> </a:t>
            </a:r>
            <a:r>
              <a:rPr lang="en-US" sz="3000" dirty="0" err="1">
                <a:solidFill>
                  <a:srgbClr val="0070C0"/>
                </a:solidFill>
              </a:rPr>
              <a:t>pfSense</a:t>
            </a:r>
            <a:endParaRPr lang="en-US" sz="3000" dirty="0">
              <a:solidFill>
                <a:srgbClr val="0070C0"/>
              </a:solidFill>
            </a:endParaRPr>
          </a:p>
        </p:txBody>
      </p:sp>
      <p:sp>
        <p:nvSpPr>
          <p:cNvPr id="3" name="TextBox 2">
            <a:extLst>
              <a:ext uri="{FF2B5EF4-FFF2-40B4-BE49-F238E27FC236}">
                <a16:creationId xmlns:a16="http://schemas.microsoft.com/office/drawing/2014/main" id="{733ED096-72ED-30A9-BFD3-351F8289E1A0}"/>
              </a:ext>
            </a:extLst>
          </p:cNvPr>
          <p:cNvSpPr txBox="1"/>
          <p:nvPr/>
        </p:nvSpPr>
        <p:spPr>
          <a:xfrm>
            <a:off x="1119773" y="1130881"/>
            <a:ext cx="9810391" cy="2800767"/>
          </a:xfrm>
          <a:prstGeom prst="rect">
            <a:avLst/>
          </a:prstGeom>
          <a:noFill/>
        </p:spPr>
        <p:txBody>
          <a:bodyPr wrap="square">
            <a:spAutoFit/>
          </a:bodyPr>
          <a:lstStyle/>
          <a:p>
            <a:r>
              <a:rPr lang="en-US" sz="1600" b="0" i="0" dirty="0" err="1">
                <a:solidFill>
                  <a:schemeClr val="tx2"/>
                </a:solidFill>
                <a:effectLst/>
                <a:latin typeface="Arial" panose="020B0604020202020204" pitchFamily="34" charset="0"/>
                <a:cs typeface="Arial" panose="020B0604020202020204" pitchFamily="34" charset="0"/>
              </a:rPr>
              <a:t>Tùy</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theo</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các</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nền</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tảng</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để</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cài</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đặt</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pfSense</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chúng</a:t>
            </a:r>
            <a:r>
              <a:rPr lang="en-US" sz="1600" b="0" i="0" dirty="0">
                <a:solidFill>
                  <a:schemeClr val="tx2"/>
                </a:solidFill>
                <a:effectLst/>
                <a:latin typeface="Arial" panose="020B0604020202020204" pitchFamily="34" charset="0"/>
                <a:cs typeface="Arial" panose="020B0604020202020204" pitchFamily="34" charset="0"/>
              </a:rPr>
              <a:t> ta </a:t>
            </a:r>
            <a:r>
              <a:rPr lang="en-US" sz="1600" b="0" i="0" dirty="0" err="1">
                <a:solidFill>
                  <a:schemeClr val="tx2"/>
                </a:solidFill>
                <a:effectLst/>
                <a:latin typeface="Arial" panose="020B0604020202020204" pitchFamily="34" charset="0"/>
                <a:cs typeface="Arial" panose="020B0604020202020204" pitchFamily="34" charset="0"/>
              </a:rPr>
              <a:t>lựa</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chọn</a:t>
            </a:r>
            <a:r>
              <a:rPr lang="en-US" sz="1600" b="0" i="0" dirty="0">
                <a:solidFill>
                  <a:schemeClr val="tx2"/>
                </a:solidFill>
                <a:effectLst/>
                <a:latin typeface="Arial" panose="020B0604020202020204" pitchFamily="34" charset="0"/>
                <a:cs typeface="Arial" panose="020B0604020202020204" pitchFamily="34" charset="0"/>
              </a:rPr>
              <a:t> File </a:t>
            </a:r>
            <a:r>
              <a:rPr lang="en-US" sz="1600" b="0" i="0" dirty="0" err="1">
                <a:solidFill>
                  <a:schemeClr val="tx2"/>
                </a:solidFill>
                <a:effectLst/>
                <a:latin typeface="Arial" panose="020B0604020202020204" pitchFamily="34" charset="0"/>
                <a:cs typeface="Arial" panose="020B0604020202020204" pitchFamily="34" charset="0"/>
              </a:rPr>
              <a:t>nguồn</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để</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cài</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đặt</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tương</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ứng</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các</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loại</a:t>
            </a:r>
            <a:r>
              <a:rPr lang="en-US" sz="1600" b="0" i="0" dirty="0">
                <a:solidFill>
                  <a:schemeClr val="tx2"/>
                </a:solidFill>
                <a:effectLst/>
                <a:latin typeface="Arial" panose="020B0604020202020204" pitchFamily="34" charset="0"/>
                <a:cs typeface="Arial" panose="020B0604020202020204" pitchFamily="34" charset="0"/>
              </a:rPr>
              <a:t> File </a:t>
            </a:r>
            <a:r>
              <a:rPr lang="en-US" sz="1600" b="0" i="0" dirty="0" err="1">
                <a:solidFill>
                  <a:schemeClr val="tx2"/>
                </a:solidFill>
                <a:effectLst/>
                <a:latin typeface="Arial" panose="020B0604020202020204" pitchFamily="34" charset="0"/>
                <a:cs typeface="Arial" panose="020B0604020202020204" pitchFamily="34" charset="0"/>
              </a:rPr>
              <a:t>phổ</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biến</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như</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sau</a:t>
            </a:r>
            <a:r>
              <a:rPr lang="en-US" sz="1600" b="0" i="0" dirty="0">
                <a:solidFill>
                  <a:schemeClr val="tx2"/>
                </a:solidFill>
                <a:effectLst/>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vi-VN" sz="1600" b="1" i="0" dirty="0">
                <a:solidFill>
                  <a:schemeClr val="tx2"/>
                </a:solidFill>
                <a:effectLst/>
                <a:latin typeface="Arial" panose="020B0604020202020204" pitchFamily="34" charset="0"/>
                <a:cs typeface="Arial" panose="020B0604020202020204" pitchFamily="34" charset="0"/>
              </a:rPr>
              <a:t>ISO Image</a:t>
            </a:r>
            <a:r>
              <a:rPr lang="vi-VN" sz="1600" b="0" i="0" dirty="0">
                <a:solidFill>
                  <a:schemeClr val="tx2"/>
                </a:solidFill>
                <a:effectLst/>
                <a:latin typeface="Arial" panose="020B0604020202020204" pitchFamily="34" charset="0"/>
                <a:cs typeface="Arial" panose="020B0604020202020204" pitchFamily="34" charset="0"/>
              </a:rPr>
              <a:t>: Đây là loại file phổ biến nhất, được sử dụng để tạo USB boot hoặc ghi vào đĩa DVD để cài đặt pfSense</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đặt</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biệt</a:t>
            </a:r>
            <a:r>
              <a:rPr lang="en-US" sz="1600" b="0" i="0" dirty="0">
                <a:solidFill>
                  <a:schemeClr val="tx2"/>
                </a:solidFill>
                <a:effectLst/>
                <a:latin typeface="Arial" panose="020B0604020202020204" pitchFamily="34" charset="0"/>
                <a:cs typeface="Arial" panose="020B0604020202020204" pitchFamily="34" charset="0"/>
              </a:rPr>
              <a:t> </a:t>
            </a:r>
            <a:r>
              <a:rPr lang="vi-VN" sz="1600" b="0" i="0" dirty="0">
                <a:solidFill>
                  <a:schemeClr val="tx2"/>
                </a:solidFill>
                <a:effectLst/>
                <a:latin typeface="Arial" panose="020B0604020202020204" pitchFamily="34" charset="0"/>
                <a:cs typeface="Arial" panose="020B0604020202020204" pitchFamily="34" charset="0"/>
              </a:rPr>
              <a:t>pfSense trên các nền tảng ảo hóa như VMware, VirtualBox hoặc Hyper-V</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Ví</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dụ</a:t>
            </a:r>
            <a:r>
              <a:rPr lang="en-US" sz="1600" b="0" i="0" dirty="0">
                <a:solidFill>
                  <a:schemeClr val="tx2"/>
                </a:solidFill>
                <a:effectLst/>
                <a:latin typeface="Arial" panose="020B0604020202020204" pitchFamily="34" charset="0"/>
                <a:cs typeface="Arial" panose="020B0604020202020204" pitchFamily="34" charset="0"/>
              </a:rPr>
              <a:t>: pfSense-CE-2.6.0-RELEASE-amd64.iso.</a:t>
            </a:r>
            <a:endParaRPr lang="en-US" sz="1600" dirty="0">
              <a:solidFill>
                <a:schemeClr val="tx2"/>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vi-VN" sz="1600" b="1" i="0" dirty="0">
                <a:solidFill>
                  <a:schemeClr val="tx2"/>
                </a:solidFill>
                <a:effectLst/>
                <a:latin typeface="Arial" panose="020B0604020202020204" pitchFamily="34" charset="0"/>
                <a:cs typeface="Arial" panose="020B0604020202020204" pitchFamily="34" charset="0"/>
              </a:rPr>
              <a:t>USB Memstick Installer</a:t>
            </a:r>
            <a:r>
              <a:rPr lang="vi-VN" sz="1600" b="0" i="0" dirty="0">
                <a:solidFill>
                  <a:schemeClr val="tx2"/>
                </a:solidFill>
                <a:effectLst/>
                <a:latin typeface="Arial" panose="020B0604020202020204" pitchFamily="34" charset="0"/>
                <a:cs typeface="Arial" panose="020B0604020202020204" pitchFamily="34" charset="0"/>
              </a:rPr>
              <a:t>: Đây là file được sử dụng để tạo USB boot để cài đặt pfSense. File này thường nhỏ gọn hơn file ISO và tiện lợi hơn khi cài đặt trên các thiết bị không có ổ đĩa DVD.</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Ví</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dụ</a:t>
            </a:r>
            <a:r>
              <a:rPr lang="en-US" sz="1600" b="0" i="0" dirty="0">
                <a:solidFill>
                  <a:schemeClr val="tx2"/>
                </a:solidFill>
                <a:effectLst/>
                <a:latin typeface="Arial" panose="020B0604020202020204" pitchFamily="34" charset="0"/>
                <a:cs typeface="Arial" panose="020B0604020202020204" pitchFamily="34" charset="0"/>
              </a:rPr>
              <a:t>: pfSense-CE-memstick-2.6.0-RELEASE-amd64.img.</a:t>
            </a:r>
          </a:p>
          <a:p>
            <a:pPr marL="285750" indent="-285750">
              <a:buFont typeface="Arial" panose="020B0604020202020204" pitchFamily="34" charset="0"/>
              <a:buChar char="•"/>
            </a:pPr>
            <a:r>
              <a:rPr lang="vi-VN" sz="1600" b="1" i="0" dirty="0">
                <a:solidFill>
                  <a:schemeClr val="tx2"/>
                </a:solidFill>
                <a:effectLst/>
                <a:latin typeface="Arial" panose="020B0604020202020204" pitchFamily="34" charset="0"/>
                <a:cs typeface="Arial" panose="020B0604020202020204" pitchFamily="34" charset="0"/>
              </a:rPr>
              <a:t>ADI Installer</a:t>
            </a:r>
            <a:r>
              <a:rPr lang="vi-VN" sz="1600" b="0" i="0" dirty="0">
                <a:solidFill>
                  <a:schemeClr val="tx2"/>
                </a:solidFill>
                <a:effectLst/>
                <a:latin typeface="Arial" panose="020B0604020202020204" pitchFamily="34" charset="0"/>
                <a:cs typeface="Arial" panose="020B0604020202020204" pitchFamily="34" charset="0"/>
              </a:rPr>
              <a:t>: Đây là file được sử dụng để cài đặt pfSense trên các thiết bị Netgate ADI (Appliance Development Kit). File này được tối ưu hóa cho các thiết bị phần cứng của Netgate.</a:t>
            </a:r>
            <a:r>
              <a:rPr lang="en-US" sz="1600" dirty="0"/>
              <a:t> </a:t>
            </a:r>
            <a:r>
              <a:rPr lang="en-US" sz="1600" b="1" dirty="0" err="1"/>
              <a:t>Ví</a:t>
            </a:r>
            <a:r>
              <a:rPr lang="en-US" sz="1600" b="1" dirty="0"/>
              <a:t> </a:t>
            </a:r>
            <a:r>
              <a:rPr lang="en-US" sz="1600" b="1" dirty="0" err="1"/>
              <a:t>dụ</a:t>
            </a:r>
            <a:r>
              <a:rPr lang="en-US" sz="1600" b="1" dirty="0"/>
              <a:t>:</a:t>
            </a:r>
            <a:r>
              <a:rPr lang="en-US" sz="1600" dirty="0"/>
              <a:t> pfSense-CE-memstick-ADI-2.6.0-RELEASE-amd64.img.gz </a:t>
            </a:r>
          </a:p>
        </p:txBody>
      </p:sp>
    </p:spTree>
    <p:extLst>
      <p:ext uri="{BB962C8B-B14F-4D97-AF65-F5344CB8AC3E}">
        <p14:creationId xmlns:p14="http://schemas.microsoft.com/office/powerpoint/2010/main" val="797552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9F91E-3969-F4F6-E743-5441F7023F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885E6F-F23D-C4A4-FFF4-EEB8EB925127}"/>
              </a:ext>
            </a:extLst>
          </p:cNvPr>
          <p:cNvSpPr>
            <a:spLocks noGrp="1"/>
          </p:cNvSpPr>
          <p:nvPr>
            <p:ph type="title"/>
          </p:nvPr>
        </p:nvSpPr>
        <p:spPr>
          <a:xfrm>
            <a:off x="0" y="0"/>
            <a:ext cx="12192000" cy="618067"/>
          </a:xfrm>
        </p:spPr>
        <p:txBody>
          <a:bodyPr>
            <a:normAutofit/>
          </a:bodyPr>
          <a:lstStyle/>
          <a:p>
            <a:pPr algn="ctr"/>
            <a:r>
              <a:rPr lang="en-US" sz="3000" dirty="0" err="1">
                <a:solidFill>
                  <a:srgbClr val="0070C0"/>
                </a:solidFill>
              </a:rPr>
              <a:t>Tải</a:t>
            </a:r>
            <a:r>
              <a:rPr lang="en-US" sz="3000" dirty="0">
                <a:solidFill>
                  <a:srgbClr val="0070C0"/>
                </a:solidFill>
              </a:rPr>
              <a:t> </a:t>
            </a:r>
            <a:r>
              <a:rPr lang="en-US" sz="3000" dirty="0" err="1">
                <a:solidFill>
                  <a:srgbClr val="0070C0"/>
                </a:solidFill>
              </a:rPr>
              <a:t>các</a:t>
            </a:r>
            <a:r>
              <a:rPr lang="en-US" sz="3000" dirty="0">
                <a:solidFill>
                  <a:srgbClr val="0070C0"/>
                </a:solidFill>
              </a:rPr>
              <a:t> File </a:t>
            </a:r>
            <a:r>
              <a:rPr lang="en-US" sz="3000" dirty="0" err="1">
                <a:solidFill>
                  <a:srgbClr val="0070C0"/>
                </a:solidFill>
              </a:rPr>
              <a:t>cài</a:t>
            </a:r>
            <a:r>
              <a:rPr lang="en-US" sz="3000" dirty="0">
                <a:solidFill>
                  <a:srgbClr val="0070C0"/>
                </a:solidFill>
              </a:rPr>
              <a:t> </a:t>
            </a:r>
            <a:r>
              <a:rPr lang="en-US" sz="3000" dirty="0" err="1">
                <a:solidFill>
                  <a:srgbClr val="0070C0"/>
                </a:solidFill>
              </a:rPr>
              <a:t>đặt</a:t>
            </a:r>
            <a:endParaRPr lang="en-US" sz="3000" dirty="0">
              <a:solidFill>
                <a:srgbClr val="0070C0"/>
              </a:solidFill>
            </a:endParaRPr>
          </a:p>
        </p:txBody>
      </p:sp>
      <p:sp>
        <p:nvSpPr>
          <p:cNvPr id="3" name="TextBox 2">
            <a:extLst>
              <a:ext uri="{FF2B5EF4-FFF2-40B4-BE49-F238E27FC236}">
                <a16:creationId xmlns:a16="http://schemas.microsoft.com/office/drawing/2014/main" id="{43C76F7B-15EC-BBBF-11F3-380143EFF4DE}"/>
              </a:ext>
            </a:extLst>
          </p:cNvPr>
          <p:cNvSpPr txBox="1"/>
          <p:nvPr/>
        </p:nvSpPr>
        <p:spPr>
          <a:xfrm>
            <a:off x="1119773" y="1130881"/>
            <a:ext cx="9810391" cy="2554545"/>
          </a:xfrm>
          <a:prstGeom prst="rect">
            <a:avLst/>
          </a:prstGeom>
          <a:noFill/>
        </p:spPr>
        <p:txBody>
          <a:bodyPr wrap="square">
            <a:spAutoFit/>
          </a:bodyPr>
          <a:lstStyle/>
          <a:p>
            <a:r>
              <a:rPr lang="en-US" sz="1600" b="0" i="0" dirty="0" err="1">
                <a:solidFill>
                  <a:schemeClr val="tx2"/>
                </a:solidFill>
                <a:effectLst/>
                <a:latin typeface="Arial" panose="020B0604020202020204" pitchFamily="34" charset="0"/>
                <a:cs typeface="Arial" panose="020B0604020202020204" pitchFamily="34" charset="0"/>
              </a:rPr>
              <a:t>Có</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hai</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cách</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để</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tải</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và</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cài</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đặt</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pfSense</a:t>
            </a:r>
            <a:r>
              <a:rPr lang="en-US" sz="1600" dirty="0">
                <a:solidFill>
                  <a:schemeClr val="tx2"/>
                </a:solidFill>
                <a:latin typeface="Arial" panose="020B0604020202020204" pitchFamily="34" charset="0"/>
                <a:cs typeface="Arial" panose="020B0604020202020204" pitchFamily="34" charset="0"/>
              </a:rPr>
              <a:t>:</a:t>
            </a:r>
          </a:p>
          <a:p>
            <a:pPr marL="285750" indent="-285750">
              <a:buFontTx/>
              <a:buChar char="-"/>
            </a:pPr>
            <a:r>
              <a:rPr lang="en-US" sz="1600" b="1" i="0" dirty="0" err="1">
                <a:solidFill>
                  <a:schemeClr val="tx2"/>
                </a:solidFill>
                <a:effectLst/>
                <a:latin typeface="Arial" panose="020B0604020202020204" pitchFamily="34" charset="0"/>
                <a:cs typeface="Arial" panose="020B0604020202020204" pitchFamily="34" charset="0"/>
              </a:rPr>
              <a:t>Truyền</a:t>
            </a:r>
            <a:r>
              <a:rPr lang="en-US" sz="1600" b="1" i="0" dirty="0">
                <a:solidFill>
                  <a:schemeClr val="tx2"/>
                </a:solidFill>
                <a:effectLst/>
                <a:latin typeface="Arial" panose="020B0604020202020204" pitchFamily="34" charset="0"/>
                <a:cs typeface="Arial" panose="020B0604020202020204" pitchFamily="34" charset="0"/>
              </a:rPr>
              <a:t> </a:t>
            </a:r>
            <a:r>
              <a:rPr lang="en-US" sz="1600" b="1" i="0" dirty="0" err="1">
                <a:solidFill>
                  <a:schemeClr val="tx2"/>
                </a:solidFill>
                <a:effectLst/>
                <a:latin typeface="Arial" panose="020B0604020202020204" pitchFamily="34" charset="0"/>
                <a:cs typeface="Arial" panose="020B0604020202020204" pitchFamily="34" charset="0"/>
              </a:rPr>
              <a:t>thống</a:t>
            </a:r>
            <a:r>
              <a:rPr lang="en-US" sz="1600" b="0" i="0" dirty="0">
                <a:solidFill>
                  <a:schemeClr val="tx2"/>
                </a:solidFill>
                <a:effectLst/>
                <a:latin typeface="Arial" panose="020B0604020202020204" pitchFamily="34" charset="0"/>
                <a:cs typeface="Arial" panose="020B0604020202020204" pitchFamily="34" charset="0"/>
              </a:rPr>
              <a:t>: B</a:t>
            </a:r>
            <a:r>
              <a:rPr lang="vi-VN" sz="1600" b="0" i="0" dirty="0">
                <a:solidFill>
                  <a:schemeClr val="tx2"/>
                </a:solidFill>
                <a:effectLst/>
                <a:latin typeface="Arial" panose="020B0604020202020204" pitchFamily="34" charset="0"/>
                <a:cs typeface="Arial" panose="020B0604020202020204" pitchFamily="34" charset="0"/>
              </a:rPr>
              <a:t>ạn tải xuống file cài đặt pfSense (thường là file ISO hoặc file ảnh USB), tạo USB boot hoặc ghi vào DVD, và sau đó khởi động máy tính từ USB hoặc DVD này để cài đặt pfSense</a:t>
            </a:r>
            <a:endParaRPr lang="en-US" sz="1600" dirty="0">
              <a:solidFill>
                <a:schemeClr val="tx2"/>
              </a:solidFill>
              <a:latin typeface="Arial" panose="020B0604020202020204" pitchFamily="34" charset="0"/>
              <a:cs typeface="Arial" panose="020B0604020202020204" pitchFamily="34" charset="0"/>
            </a:endParaRPr>
          </a:p>
          <a:p>
            <a:pPr marL="285750" indent="-285750">
              <a:buFontTx/>
              <a:buChar char="-"/>
            </a:pPr>
            <a:r>
              <a:rPr lang="en-US" sz="1600" b="1" dirty="0" err="1">
                <a:solidFill>
                  <a:schemeClr val="tx2"/>
                </a:solidFill>
                <a:latin typeface="Arial" panose="020B0604020202020204" pitchFamily="34" charset="0"/>
                <a:cs typeface="Arial" panose="020B0604020202020204" pitchFamily="34" charset="0"/>
              </a:rPr>
              <a:t>Sử</a:t>
            </a:r>
            <a:r>
              <a:rPr lang="en-US" sz="1600" b="1" dirty="0">
                <a:solidFill>
                  <a:schemeClr val="tx2"/>
                </a:solidFill>
                <a:latin typeface="Arial" panose="020B0604020202020204" pitchFamily="34" charset="0"/>
                <a:cs typeface="Arial" panose="020B0604020202020204" pitchFamily="34" charset="0"/>
              </a:rPr>
              <a:t> </a:t>
            </a:r>
            <a:r>
              <a:rPr lang="en-US" sz="1600" b="1" dirty="0" err="1">
                <a:solidFill>
                  <a:schemeClr val="tx2"/>
                </a:solidFill>
                <a:latin typeface="Arial" panose="020B0604020202020204" pitchFamily="34" charset="0"/>
                <a:cs typeface="Arial" panose="020B0604020202020204" pitchFamily="34" charset="0"/>
              </a:rPr>
              <a:t>dụng</a:t>
            </a:r>
            <a:r>
              <a:rPr lang="en-US" sz="1600" b="1" dirty="0">
                <a:solidFill>
                  <a:schemeClr val="tx2"/>
                </a:solidFill>
                <a:latin typeface="Arial" panose="020B0604020202020204" pitchFamily="34" charset="0"/>
                <a:cs typeface="Arial" panose="020B0604020202020204" pitchFamily="34" charset="0"/>
              </a:rPr>
              <a:t> </a:t>
            </a:r>
            <a:r>
              <a:rPr lang="en-US" sz="1600" b="1" dirty="0" err="1">
                <a:solidFill>
                  <a:schemeClr val="tx2"/>
                </a:solidFill>
                <a:latin typeface="Arial" panose="020B0604020202020204" pitchFamily="34" charset="0"/>
                <a:cs typeface="Arial" panose="020B0604020202020204" pitchFamily="34" charset="0"/>
              </a:rPr>
              <a:t>công</a:t>
            </a:r>
            <a:r>
              <a:rPr lang="en-US" sz="1600" b="1" dirty="0">
                <a:solidFill>
                  <a:schemeClr val="tx2"/>
                </a:solidFill>
                <a:latin typeface="Arial" panose="020B0604020202020204" pitchFamily="34" charset="0"/>
                <a:cs typeface="Arial" panose="020B0604020202020204" pitchFamily="34" charset="0"/>
              </a:rPr>
              <a:t> </a:t>
            </a:r>
            <a:r>
              <a:rPr lang="en-US" sz="1600" b="1" dirty="0" err="1">
                <a:solidFill>
                  <a:schemeClr val="tx2"/>
                </a:solidFill>
                <a:latin typeface="Arial" panose="020B0604020202020204" pitchFamily="34" charset="0"/>
                <a:cs typeface="Arial" panose="020B0604020202020204" pitchFamily="34" charset="0"/>
              </a:rPr>
              <a:t>cụ</a:t>
            </a:r>
            <a:r>
              <a:rPr lang="en-US" sz="1600" b="1" dirty="0">
                <a:solidFill>
                  <a:schemeClr val="tx2"/>
                </a:solidFill>
                <a:latin typeface="Arial" panose="020B0604020202020204" pitchFamily="34" charset="0"/>
                <a:cs typeface="Arial" panose="020B0604020202020204" pitchFamily="34" charset="0"/>
              </a:rPr>
              <a:t> </a:t>
            </a:r>
            <a:r>
              <a:rPr lang="en-US" sz="1600" b="1" dirty="0" err="1"/>
              <a:t>Netgate</a:t>
            </a:r>
            <a:r>
              <a:rPr lang="en-US" sz="1600" b="1" dirty="0"/>
              <a:t> Installer: </a:t>
            </a:r>
            <a:r>
              <a:rPr lang="en-US" sz="1600" dirty="0" err="1"/>
              <a:t>Chỉ</a:t>
            </a:r>
            <a:r>
              <a:rPr lang="en-US" sz="1600" dirty="0"/>
              <a:t> </a:t>
            </a:r>
            <a:r>
              <a:rPr lang="en-US" sz="1600" dirty="0" err="1"/>
              <a:t>cần</a:t>
            </a:r>
            <a:r>
              <a:rPr lang="en-US" sz="1600" dirty="0"/>
              <a:t> </a:t>
            </a:r>
            <a:r>
              <a:rPr lang="en-US" sz="1600" dirty="0" err="1"/>
              <a:t>tải</a:t>
            </a:r>
            <a:r>
              <a:rPr lang="en-US" sz="1600" dirty="0"/>
              <a:t> </a:t>
            </a:r>
            <a:r>
              <a:rPr lang="en-US" sz="1600" dirty="0" err="1"/>
              <a:t>và</a:t>
            </a:r>
            <a:r>
              <a:rPr lang="en-US" sz="1600" dirty="0"/>
              <a:t> </a:t>
            </a:r>
            <a:r>
              <a:rPr lang="en-US" sz="1600" dirty="0" err="1"/>
              <a:t>chạy</a:t>
            </a:r>
            <a:r>
              <a:rPr lang="en-US" sz="1600" dirty="0"/>
              <a:t> </a:t>
            </a:r>
            <a:r>
              <a:rPr lang="en-US" sz="1600" dirty="0" err="1"/>
              <a:t>công</a:t>
            </a:r>
            <a:r>
              <a:rPr lang="en-US" sz="1600" dirty="0"/>
              <a:t> </a:t>
            </a:r>
            <a:r>
              <a:rPr lang="en-US" sz="1600" dirty="0" err="1"/>
              <a:t>cụ</a:t>
            </a:r>
            <a:r>
              <a:rPr lang="en-US" sz="1600" dirty="0"/>
              <a:t> </a:t>
            </a:r>
            <a:r>
              <a:rPr lang="en-US" sz="1600" dirty="0" err="1"/>
              <a:t>này</a:t>
            </a:r>
            <a:r>
              <a:rPr lang="en-US" sz="1600" dirty="0"/>
              <a:t>, </a:t>
            </a:r>
            <a:r>
              <a:rPr lang="en-US" sz="1600" dirty="0" err="1"/>
              <a:t>nó</a:t>
            </a:r>
            <a:r>
              <a:rPr lang="en-US" sz="1600" dirty="0"/>
              <a:t> </a:t>
            </a:r>
            <a:r>
              <a:rPr lang="en-US" sz="1600" dirty="0" err="1"/>
              <a:t>sẽ</a:t>
            </a:r>
            <a:r>
              <a:rPr lang="en-US" sz="1600" dirty="0"/>
              <a:t> </a:t>
            </a:r>
            <a:r>
              <a:rPr lang="en-US" sz="1600" dirty="0" err="1"/>
              <a:t>tải</a:t>
            </a:r>
            <a:r>
              <a:rPr lang="en-US" sz="1600" dirty="0"/>
              <a:t> </a:t>
            </a:r>
            <a:r>
              <a:rPr lang="en-US" sz="1600" dirty="0" err="1"/>
              <a:t>pfSense</a:t>
            </a:r>
            <a:r>
              <a:rPr lang="en-US" sz="1600" dirty="0"/>
              <a:t> </a:t>
            </a:r>
            <a:r>
              <a:rPr lang="en-US" sz="1600" dirty="0" err="1"/>
              <a:t>trực</a:t>
            </a:r>
            <a:r>
              <a:rPr lang="en-US" sz="1600" dirty="0"/>
              <a:t> </a:t>
            </a:r>
            <a:r>
              <a:rPr lang="en-US" sz="1600" dirty="0" err="1"/>
              <a:t>tiếp</a:t>
            </a:r>
            <a:r>
              <a:rPr lang="en-US" sz="1600" dirty="0"/>
              <a:t> </a:t>
            </a:r>
            <a:r>
              <a:rPr lang="en-US" sz="1600" dirty="0" err="1"/>
              <a:t>từ</a:t>
            </a:r>
            <a:r>
              <a:rPr lang="en-US" sz="1600" dirty="0"/>
              <a:t> Internet </a:t>
            </a:r>
            <a:r>
              <a:rPr lang="en-US" sz="1600" dirty="0" err="1"/>
              <a:t>và</a:t>
            </a:r>
            <a:r>
              <a:rPr lang="en-US" sz="1600" dirty="0"/>
              <a:t> </a:t>
            </a:r>
            <a:r>
              <a:rPr lang="en-US" sz="1600" dirty="0" err="1"/>
              <a:t>cài</a:t>
            </a:r>
            <a:r>
              <a:rPr lang="en-US" sz="1600" dirty="0"/>
              <a:t> </a:t>
            </a:r>
            <a:r>
              <a:rPr lang="en-US" sz="1600" dirty="0" err="1"/>
              <a:t>đặt</a:t>
            </a:r>
            <a:r>
              <a:rPr lang="en-US" sz="1600" dirty="0"/>
              <a:t> </a:t>
            </a:r>
            <a:r>
              <a:rPr lang="en-US" sz="1600" dirty="0" err="1"/>
              <a:t>mà</a:t>
            </a:r>
            <a:r>
              <a:rPr lang="en-US" sz="1600" dirty="0"/>
              <a:t> </a:t>
            </a:r>
            <a:r>
              <a:rPr lang="en-US" sz="1600" dirty="0" err="1"/>
              <a:t>không</a:t>
            </a:r>
            <a:r>
              <a:rPr lang="en-US" sz="1600" dirty="0"/>
              <a:t> </a:t>
            </a:r>
            <a:r>
              <a:rPr lang="en-US" sz="1600" dirty="0" err="1"/>
              <a:t>cần</a:t>
            </a:r>
            <a:r>
              <a:rPr lang="en-US" sz="1600" dirty="0"/>
              <a:t> </a:t>
            </a:r>
            <a:r>
              <a:rPr lang="en-US" sz="1600" dirty="0" err="1"/>
              <a:t>phải</a:t>
            </a:r>
            <a:r>
              <a:rPr lang="en-US" sz="1600" dirty="0"/>
              <a:t> </a:t>
            </a:r>
            <a:r>
              <a:rPr lang="en-US" sz="1600" dirty="0" err="1"/>
              <a:t>chuẩn</a:t>
            </a:r>
            <a:r>
              <a:rPr lang="en-US" sz="1600" dirty="0"/>
              <a:t> </a:t>
            </a:r>
            <a:r>
              <a:rPr lang="en-US" sz="1600" dirty="0" err="1"/>
              <a:t>bị</a:t>
            </a:r>
            <a:r>
              <a:rPr lang="en-US" sz="1600" dirty="0"/>
              <a:t> file </a:t>
            </a:r>
            <a:r>
              <a:rPr lang="en-US" sz="1600" dirty="0" err="1"/>
              <a:t>cài</a:t>
            </a:r>
            <a:r>
              <a:rPr lang="en-US" sz="1600" dirty="0"/>
              <a:t> </a:t>
            </a:r>
            <a:r>
              <a:rPr lang="en-US" sz="1600" dirty="0" err="1"/>
              <a:t>đặt</a:t>
            </a:r>
            <a:r>
              <a:rPr lang="en-US" sz="1600" dirty="0"/>
              <a:t> </a:t>
            </a:r>
            <a:r>
              <a:rPr lang="en-US" sz="1600" dirty="0" err="1"/>
              <a:t>theo</a:t>
            </a:r>
            <a:r>
              <a:rPr lang="en-US" sz="1600" dirty="0"/>
              <a:t> </a:t>
            </a:r>
            <a:r>
              <a:rPr lang="en-US" sz="1600" dirty="0" err="1"/>
              <a:t>cách</a:t>
            </a:r>
            <a:r>
              <a:rPr lang="en-US" sz="1600" dirty="0"/>
              <a:t> </a:t>
            </a:r>
            <a:r>
              <a:rPr lang="en-US" sz="1600" dirty="0" err="1"/>
              <a:t>thủ</a:t>
            </a:r>
            <a:r>
              <a:rPr lang="en-US" sz="1600" dirty="0"/>
              <a:t> </a:t>
            </a:r>
            <a:r>
              <a:rPr lang="en-US" sz="1600" dirty="0" err="1"/>
              <a:t>công</a:t>
            </a:r>
            <a:r>
              <a:rPr lang="en-US" sz="1600" dirty="0"/>
              <a:t>.</a:t>
            </a:r>
          </a:p>
          <a:p>
            <a:endParaRPr lang="en-US" sz="1600" dirty="0"/>
          </a:p>
          <a:p>
            <a:r>
              <a:rPr lang="en-US" sz="1600" dirty="0" err="1"/>
              <a:t>Netgate</a:t>
            </a:r>
            <a:r>
              <a:rPr lang="en-US" sz="1600" dirty="0"/>
              <a:t> Installer </a:t>
            </a:r>
            <a:r>
              <a:rPr lang="en-US" sz="1600" dirty="0" err="1"/>
              <a:t>sẽ</a:t>
            </a:r>
            <a:r>
              <a:rPr lang="en-US" sz="1600" dirty="0"/>
              <a:t> </a:t>
            </a:r>
            <a:r>
              <a:rPr lang="en-US" sz="1600" dirty="0" err="1"/>
              <a:t>đơn</a:t>
            </a:r>
            <a:r>
              <a:rPr lang="en-US" sz="1600" dirty="0"/>
              <a:t> </a:t>
            </a:r>
            <a:r>
              <a:rPr lang="en-US" sz="1600" dirty="0" err="1"/>
              <a:t>giản</a:t>
            </a:r>
            <a:r>
              <a:rPr lang="en-US" sz="1600" dirty="0"/>
              <a:t> </a:t>
            </a:r>
            <a:r>
              <a:rPr lang="en-US" sz="1600" dirty="0" err="1"/>
              <a:t>hóa</a:t>
            </a:r>
            <a:r>
              <a:rPr lang="en-US" sz="1600" dirty="0"/>
              <a:t> </a:t>
            </a:r>
            <a:r>
              <a:rPr lang="en-US" sz="1600" dirty="0" err="1"/>
              <a:t>việc</a:t>
            </a:r>
            <a:r>
              <a:rPr lang="en-US" sz="1600" dirty="0"/>
              <a:t> </a:t>
            </a:r>
            <a:r>
              <a:rPr lang="en-US" sz="1600" dirty="0" err="1"/>
              <a:t>cài</a:t>
            </a:r>
            <a:r>
              <a:rPr lang="en-US" sz="1600" dirty="0"/>
              <a:t> </a:t>
            </a:r>
            <a:r>
              <a:rPr lang="en-US" sz="1600" dirty="0" err="1"/>
              <a:t>đặt</a:t>
            </a:r>
            <a:r>
              <a:rPr lang="en-US" sz="1600" dirty="0"/>
              <a:t> </a:t>
            </a:r>
            <a:r>
              <a:rPr lang="en-US" sz="1600" dirty="0" err="1"/>
              <a:t>nhưng</a:t>
            </a:r>
            <a:r>
              <a:rPr lang="en-US" sz="1600" dirty="0"/>
              <a:t> </a:t>
            </a:r>
            <a:r>
              <a:rPr lang="en-US" sz="1600" dirty="0" err="1"/>
              <a:t>nó</a:t>
            </a:r>
            <a:r>
              <a:rPr lang="en-US" sz="1600" dirty="0"/>
              <a:t> </a:t>
            </a:r>
            <a:r>
              <a:rPr lang="en-US" sz="1600" dirty="0" err="1"/>
              <a:t>yêu</a:t>
            </a:r>
            <a:r>
              <a:rPr lang="en-US" sz="1600" dirty="0"/>
              <a:t> </a:t>
            </a:r>
            <a:r>
              <a:rPr lang="en-US" sz="1600" dirty="0" err="1"/>
              <a:t>cầu</a:t>
            </a:r>
            <a:r>
              <a:rPr lang="en-US" sz="1600" dirty="0"/>
              <a:t> </a:t>
            </a:r>
            <a:r>
              <a:rPr lang="en-US" sz="1600" dirty="0" err="1"/>
              <a:t>phải</a:t>
            </a:r>
            <a:r>
              <a:rPr lang="en-US" sz="1600" dirty="0"/>
              <a:t> </a:t>
            </a:r>
            <a:r>
              <a:rPr lang="en-US" sz="1600" dirty="0" err="1"/>
              <a:t>có</a:t>
            </a:r>
            <a:r>
              <a:rPr lang="en-US" sz="1600" dirty="0"/>
              <a:t> Internet </a:t>
            </a:r>
            <a:r>
              <a:rPr lang="en-US" sz="1600" dirty="0" err="1"/>
              <a:t>và</a:t>
            </a:r>
            <a:r>
              <a:rPr lang="en-US" sz="1600" dirty="0"/>
              <a:t> </a:t>
            </a:r>
            <a:r>
              <a:rPr lang="en-US" sz="1600" dirty="0" err="1"/>
              <a:t>không</a:t>
            </a:r>
            <a:r>
              <a:rPr lang="en-US" sz="1600" dirty="0"/>
              <a:t> </a:t>
            </a:r>
            <a:r>
              <a:rPr lang="en-US" sz="1600" dirty="0" err="1"/>
              <a:t>cho</a:t>
            </a:r>
            <a:r>
              <a:rPr lang="en-US" sz="1600" dirty="0"/>
              <a:t> </a:t>
            </a:r>
            <a:r>
              <a:rPr lang="en-US" sz="1600" dirty="0" err="1"/>
              <a:t>phép</a:t>
            </a:r>
            <a:r>
              <a:rPr lang="en-US" sz="1600" dirty="0"/>
              <a:t> </a:t>
            </a:r>
            <a:r>
              <a:rPr lang="en-US" sz="1600" dirty="0" err="1"/>
              <a:t>lựa</a:t>
            </a:r>
            <a:r>
              <a:rPr lang="en-US" sz="1600" dirty="0"/>
              <a:t> </a:t>
            </a:r>
            <a:r>
              <a:rPr lang="en-US" sz="1600" dirty="0" err="1"/>
              <a:t>chọn</a:t>
            </a:r>
            <a:r>
              <a:rPr lang="en-US" sz="1600" dirty="0"/>
              <a:t> </a:t>
            </a:r>
            <a:r>
              <a:rPr lang="en-US" sz="1600" dirty="0" err="1"/>
              <a:t>phiên</a:t>
            </a:r>
            <a:r>
              <a:rPr lang="en-US" sz="1600" dirty="0"/>
              <a:t> </a:t>
            </a:r>
            <a:r>
              <a:rPr lang="en-US" sz="1600" dirty="0" err="1"/>
              <a:t>bản</a:t>
            </a:r>
            <a:r>
              <a:rPr lang="en-US" sz="1600" dirty="0"/>
              <a:t> </a:t>
            </a:r>
            <a:r>
              <a:rPr lang="en-US" sz="1600" dirty="0" err="1"/>
              <a:t>cài</a:t>
            </a:r>
            <a:r>
              <a:rPr lang="en-US" sz="1600" dirty="0"/>
              <a:t> </a:t>
            </a:r>
            <a:r>
              <a:rPr lang="en-US" sz="1600" dirty="0" err="1"/>
              <a:t>đặt</a:t>
            </a:r>
            <a:r>
              <a:rPr lang="en-US" sz="1600" dirty="0"/>
              <a:t>. </a:t>
            </a:r>
            <a:r>
              <a:rPr lang="en-US" sz="1600" dirty="0" err="1"/>
              <a:t>Ngoài</a:t>
            </a:r>
            <a:r>
              <a:rPr lang="en-US" sz="1600" dirty="0"/>
              <a:t> </a:t>
            </a:r>
            <a:r>
              <a:rPr lang="en-US" sz="1600" dirty="0" err="1"/>
              <a:t>ra</a:t>
            </a:r>
            <a:r>
              <a:rPr lang="en-US" sz="1600" dirty="0"/>
              <a:t> </a:t>
            </a:r>
            <a:r>
              <a:rPr lang="en-US" sz="1600" dirty="0" err="1"/>
              <a:t>còn</a:t>
            </a:r>
            <a:r>
              <a:rPr lang="en-US" sz="1600" dirty="0"/>
              <a:t> </a:t>
            </a:r>
            <a:r>
              <a:rPr lang="en-US" sz="1600" dirty="0" err="1"/>
              <a:t>phụ</a:t>
            </a:r>
            <a:r>
              <a:rPr lang="en-US" sz="1600" dirty="0"/>
              <a:t> </a:t>
            </a:r>
            <a:r>
              <a:rPr lang="en-US" sz="1600" dirty="0" err="1"/>
              <a:t>thuộc</a:t>
            </a:r>
            <a:r>
              <a:rPr lang="en-US" sz="1600" dirty="0"/>
              <a:t> </a:t>
            </a:r>
            <a:r>
              <a:rPr lang="en-US" sz="1600" dirty="0" err="1"/>
              <a:t>vào</a:t>
            </a:r>
            <a:r>
              <a:rPr lang="en-US" sz="1600" dirty="0"/>
              <a:t> </a:t>
            </a:r>
            <a:r>
              <a:rPr lang="en-US" sz="1600" dirty="0" err="1"/>
              <a:t>Netgate</a:t>
            </a:r>
            <a:r>
              <a:rPr lang="en-US" sz="1600" dirty="0"/>
              <a:t>, </a:t>
            </a:r>
            <a:r>
              <a:rPr lang="en-US" sz="1600" dirty="0" err="1"/>
              <a:t>phải</a:t>
            </a:r>
            <a:r>
              <a:rPr lang="en-US" sz="1600" dirty="0"/>
              <a:t> </a:t>
            </a:r>
            <a:r>
              <a:rPr lang="en-US" sz="1600" dirty="0" err="1"/>
              <a:t>đăng</a:t>
            </a:r>
            <a:r>
              <a:rPr lang="en-US" sz="1600" dirty="0"/>
              <a:t> </a:t>
            </a:r>
            <a:r>
              <a:rPr lang="en-US" sz="1600" dirty="0" err="1"/>
              <a:t>ký</a:t>
            </a:r>
            <a:r>
              <a:rPr lang="en-US" sz="1600" dirty="0"/>
              <a:t> </a:t>
            </a:r>
            <a:r>
              <a:rPr lang="en-US" sz="1600" dirty="0" err="1"/>
              <a:t>tài</a:t>
            </a:r>
            <a:r>
              <a:rPr lang="en-US" sz="1600" dirty="0"/>
              <a:t> </a:t>
            </a:r>
            <a:r>
              <a:rPr lang="en-US" sz="1600" dirty="0" err="1"/>
              <a:t>khoản</a:t>
            </a:r>
            <a:r>
              <a:rPr lang="en-US" sz="1600" dirty="0"/>
              <a:t>.</a:t>
            </a:r>
          </a:p>
          <a:p>
            <a:endParaRPr lang="en-US" sz="1600" dirty="0"/>
          </a:p>
          <a:p>
            <a:r>
              <a:rPr lang="en-US" sz="1600" dirty="0" err="1"/>
              <a:t>Để</a:t>
            </a:r>
            <a:r>
              <a:rPr lang="en-US" sz="1600" dirty="0"/>
              <a:t> </a:t>
            </a:r>
            <a:r>
              <a:rPr lang="en-US" sz="1600" dirty="0" err="1"/>
              <a:t>tải</a:t>
            </a:r>
            <a:r>
              <a:rPr lang="en-US" sz="1600" dirty="0"/>
              <a:t> File </a:t>
            </a:r>
            <a:r>
              <a:rPr lang="en-US" sz="1600" dirty="0" err="1"/>
              <a:t>cài</a:t>
            </a:r>
            <a:r>
              <a:rPr lang="en-US" sz="1600" dirty="0"/>
              <a:t> </a:t>
            </a:r>
            <a:r>
              <a:rPr lang="en-US" sz="1600" dirty="0" err="1"/>
              <a:t>đặt</a:t>
            </a:r>
            <a:r>
              <a:rPr lang="en-US" sz="1600" dirty="0"/>
              <a:t> Offline </a:t>
            </a:r>
            <a:r>
              <a:rPr lang="en-US" sz="1600" dirty="0" err="1"/>
              <a:t>thì</a:t>
            </a:r>
            <a:r>
              <a:rPr lang="en-US" sz="1600" dirty="0"/>
              <a:t> </a:t>
            </a:r>
            <a:r>
              <a:rPr lang="en-US" sz="1600" dirty="0" err="1"/>
              <a:t>truy</a:t>
            </a:r>
            <a:r>
              <a:rPr lang="en-US" sz="1600" dirty="0"/>
              <a:t> </a:t>
            </a:r>
            <a:r>
              <a:rPr lang="en-US" sz="1600" dirty="0" err="1"/>
              <a:t>cập</a:t>
            </a:r>
            <a:r>
              <a:rPr lang="en-US" sz="1600" dirty="0"/>
              <a:t> Link </a:t>
            </a:r>
            <a:r>
              <a:rPr lang="en-US" sz="1600" dirty="0" err="1"/>
              <a:t>sau</a:t>
            </a:r>
            <a:r>
              <a:rPr lang="en-US" sz="1600" dirty="0"/>
              <a:t>: </a:t>
            </a:r>
            <a:r>
              <a:rPr lang="en-US" sz="1600" dirty="0">
                <a:hlinkClick r:id="rId3"/>
              </a:rPr>
              <a:t>https://atxfiles.netgate.com/mirror/downloads/</a:t>
            </a:r>
            <a:r>
              <a:rPr lang="en-US" sz="1600" dirty="0"/>
              <a:t> </a:t>
            </a:r>
          </a:p>
        </p:txBody>
      </p:sp>
    </p:spTree>
    <p:extLst>
      <p:ext uri="{BB962C8B-B14F-4D97-AF65-F5344CB8AC3E}">
        <p14:creationId xmlns:p14="http://schemas.microsoft.com/office/powerpoint/2010/main" val="2278606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50E91-9FFF-0EF4-D21F-7D1DE97EB6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9EC004-A0E5-4A3F-31A9-470F3544E4D6}"/>
              </a:ext>
            </a:extLst>
          </p:cNvPr>
          <p:cNvSpPr>
            <a:spLocks noGrp="1"/>
          </p:cNvSpPr>
          <p:nvPr>
            <p:ph type="title"/>
          </p:nvPr>
        </p:nvSpPr>
        <p:spPr>
          <a:xfrm>
            <a:off x="0" y="0"/>
            <a:ext cx="12192000" cy="618067"/>
          </a:xfrm>
        </p:spPr>
        <p:txBody>
          <a:bodyPr>
            <a:normAutofit/>
          </a:bodyPr>
          <a:lstStyle/>
          <a:p>
            <a:pPr algn="ctr"/>
            <a:r>
              <a:rPr lang="en-US" sz="3000" dirty="0" err="1">
                <a:solidFill>
                  <a:srgbClr val="0070C0"/>
                </a:solidFill>
              </a:rPr>
              <a:t>Mô</a:t>
            </a:r>
            <a:r>
              <a:rPr lang="en-US" sz="3000" dirty="0">
                <a:solidFill>
                  <a:srgbClr val="0070C0"/>
                </a:solidFill>
              </a:rPr>
              <a:t> </a:t>
            </a:r>
            <a:r>
              <a:rPr lang="en-US" sz="3000" dirty="0" err="1">
                <a:solidFill>
                  <a:srgbClr val="0070C0"/>
                </a:solidFill>
              </a:rPr>
              <a:t>hình</a:t>
            </a:r>
            <a:r>
              <a:rPr lang="en-US" sz="3000" dirty="0">
                <a:solidFill>
                  <a:srgbClr val="0070C0"/>
                </a:solidFill>
              </a:rPr>
              <a:t> LAB </a:t>
            </a:r>
            <a:r>
              <a:rPr lang="en-US" sz="3000" dirty="0" err="1">
                <a:solidFill>
                  <a:srgbClr val="0070C0"/>
                </a:solidFill>
              </a:rPr>
              <a:t>với</a:t>
            </a:r>
            <a:r>
              <a:rPr lang="en-US" sz="3000" dirty="0">
                <a:solidFill>
                  <a:srgbClr val="0070C0"/>
                </a:solidFill>
              </a:rPr>
              <a:t> VMWare</a:t>
            </a:r>
          </a:p>
        </p:txBody>
      </p:sp>
      <p:sp>
        <p:nvSpPr>
          <p:cNvPr id="3" name="TextBox 2">
            <a:extLst>
              <a:ext uri="{FF2B5EF4-FFF2-40B4-BE49-F238E27FC236}">
                <a16:creationId xmlns:a16="http://schemas.microsoft.com/office/drawing/2014/main" id="{5F56E2D4-C28C-2808-B377-9CB2BC48687E}"/>
              </a:ext>
            </a:extLst>
          </p:cNvPr>
          <p:cNvSpPr txBox="1"/>
          <p:nvPr/>
        </p:nvSpPr>
        <p:spPr>
          <a:xfrm>
            <a:off x="1119771" y="877193"/>
            <a:ext cx="9810391" cy="2308324"/>
          </a:xfrm>
          <a:prstGeom prst="rect">
            <a:avLst/>
          </a:prstGeom>
          <a:noFill/>
        </p:spPr>
        <p:txBody>
          <a:bodyPr wrap="square">
            <a:spAutoFit/>
          </a:bodyPr>
          <a:lstStyle/>
          <a:p>
            <a:pPr marL="285750" indent="-285750">
              <a:buFontTx/>
              <a:buChar char="-"/>
            </a:pPr>
            <a:r>
              <a:rPr lang="en-US" sz="1600" dirty="0" err="1">
                <a:solidFill>
                  <a:schemeClr val="tx2"/>
                </a:solidFill>
                <a:latin typeface="Arial" panose="020B0604020202020204" pitchFamily="34" charset="0"/>
                <a:cs typeface="Arial" panose="020B0604020202020204" pitchFamily="34" charset="0"/>
              </a:rPr>
              <a:t>Việc</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cài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đặt</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cho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pfSense</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phục</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vụ</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cho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mô</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hình</a:t>
            </a:r>
            <a:r>
              <a:rPr lang="en-US" sz="1600" dirty="0">
                <a:solidFill>
                  <a:schemeClr val="tx2"/>
                </a:solidFill>
                <a:latin typeface="Arial" panose="020B0604020202020204" pitchFamily="34" charset="0"/>
                <a:cs typeface="Arial" panose="020B0604020202020204" pitchFamily="34" charset="0"/>
              </a:rPr>
              <a:t> LAB </a:t>
            </a:r>
            <a:r>
              <a:rPr lang="en-US" sz="1600" dirty="0" err="1">
                <a:solidFill>
                  <a:schemeClr val="tx2"/>
                </a:solidFill>
                <a:latin typeface="Arial" panose="020B0604020202020204" pitchFamily="34" charset="0"/>
                <a:cs typeface="Arial" panose="020B0604020202020204" pitchFamily="34" charset="0"/>
              </a:rPr>
              <a:t>cơ</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bản</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bên</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dưới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được</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giả</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lập</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bằng</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phần</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mềm</a:t>
            </a:r>
            <a:r>
              <a:rPr lang="en-US" sz="1600" dirty="0">
                <a:solidFill>
                  <a:schemeClr val="tx2"/>
                </a:solidFill>
                <a:latin typeface="Arial" panose="020B0604020202020204" pitchFamily="34" charset="0"/>
                <a:cs typeface="Arial" panose="020B0604020202020204" pitchFamily="34" charset="0"/>
              </a:rPr>
              <a:t> VMWare Workstation Pro.</a:t>
            </a:r>
          </a:p>
          <a:p>
            <a:pPr marL="285750" indent="-285750">
              <a:buFontTx/>
              <a:buChar char="-"/>
            </a:pPr>
            <a:r>
              <a:rPr lang="en-US" sz="1600" dirty="0">
                <a:solidFill>
                  <a:schemeClr val="tx2"/>
                </a:solidFill>
                <a:latin typeface="Arial" panose="020B0604020202020204" pitchFamily="34" charset="0"/>
                <a:cs typeface="Arial" panose="020B0604020202020204" pitchFamily="34" charset="0"/>
              </a:rPr>
              <a:t>Firewall LAB </a:t>
            </a:r>
            <a:r>
              <a:rPr lang="en-US" sz="1600" dirty="0" err="1">
                <a:solidFill>
                  <a:schemeClr val="tx2"/>
                </a:solidFill>
                <a:latin typeface="Arial" panose="020B0604020202020204" pitchFamily="34" charset="0"/>
                <a:cs typeface="Arial" panose="020B0604020202020204" pitchFamily="34" charset="0"/>
              </a:rPr>
              <a:t>gồm</a:t>
            </a:r>
            <a:r>
              <a:rPr lang="en-US" sz="1600" dirty="0">
                <a:solidFill>
                  <a:schemeClr val="tx2"/>
                </a:solidFill>
                <a:latin typeface="Arial" panose="020B0604020202020204" pitchFamily="34" charset="0"/>
                <a:cs typeface="Arial" panose="020B0604020202020204" pitchFamily="34" charset="0"/>
              </a:rPr>
              <a:t> 2 </a:t>
            </a:r>
            <a:r>
              <a:rPr lang="en-US" sz="1600" dirty="0" err="1">
                <a:solidFill>
                  <a:schemeClr val="tx2"/>
                </a:solidFill>
                <a:latin typeface="Arial" panose="020B0604020202020204" pitchFamily="34" charset="0"/>
                <a:cs typeface="Arial" panose="020B0604020202020204" pitchFamily="34" charset="0"/>
              </a:rPr>
              <a:t>cổng</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chính</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là</a:t>
            </a:r>
            <a:r>
              <a:rPr lang="en-US" sz="1600" dirty="0">
                <a:solidFill>
                  <a:schemeClr val="tx2"/>
                </a:solidFill>
                <a:latin typeface="Arial" panose="020B0604020202020204" pitchFamily="34" charset="0"/>
                <a:cs typeface="Arial" panose="020B0604020202020204" pitchFamily="34" charset="0"/>
              </a:rPr>
              <a:t> LAN </a:t>
            </a:r>
            <a:r>
              <a:rPr lang="en-US" sz="1600" dirty="0" err="1">
                <a:solidFill>
                  <a:schemeClr val="tx2"/>
                </a:solidFill>
                <a:latin typeface="Arial" panose="020B0604020202020204" pitchFamily="34" charset="0"/>
                <a:cs typeface="Arial" panose="020B0604020202020204" pitchFamily="34" charset="0"/>
              </a:rPr>
              <a:t>và</a:t>
            </a:r>
            <a:r>
              <a:rPr lang="en-US" sz="1600" dirty="0">
                <a:solidFill>
                  <a:schemeClr val="tx2"/>
                </a:solidFill>
                <a:latin typeface="Arial" panose="020B0604020202020204" pitchFamily="34" charset="0"/>
                <a:cs typeface="Arial" panose="020B0604020202020204" pitchFamily="34" charset="0"/>
              </a:rPr>
              <a:t> WAN. </a:t>
            </a:r>
          </a:p>
          <a:p>
            <a:pPr marL="285750" indent="-285750">
              <a:buFontTx/>
              <a:buChar char="-"/>
            </a:pPr>
            <a:r>
              <a:rPr lang="en-US" sz="1600" dirty="0" err="1">
                <a:solidFill>
                  <a:schemeClr val="tx2"/>
                </a:solidFill>
                <a:latin typeface="Arial" panose="020B0604020202020204" pitchFamily="34" charset="0"/>
                <a:cs typeface="Arial" panose="020B0604020202020204" pitchFamily="34" charset="0"/>
              </a:rPr>
              <a:t>Cổng</a:t>
            </a:r>
            <a:r>
              <a:rPr lang="en-US" sz="1600" dirty="0">
                <a:solidFill>
                  <a:schemeClr val="tx2"/>
                </a:solidFill>
                <a:latin typeface="Arial" panose="020B0604020202020204" pitchFamily="34" charset="0"/>
                <a:cs typeface="Arial" panose="020B0604020202020204" pitchFamily="34" charset="0"/>
              </a:rPr>
              <a:t> WAN </a:t>
            </a:r>
            <a:r>
              <a:rPr lang="en-US" sz="1600" dirty="0" err="1">
                <a:solidFill>
                  <a:schemeClr val="tx2"/>
                </a:solidFill>
                <a:latin typeface="Arial" panose="020B0604020202020204" pitchFamily="34" charset="0"/>
                <a:cs typeface="Arial" panose="020B0604020202020204" pitchFamily="34" charset="0"/>
              </a:rPr>
              <a:t>kết</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nối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với</a:t>
            </a:r>
            <a:r>
              <a:rPr lang="en-US" sz="1600" dirty="0">
                <a:solidFill>
                  <a:schemeClr val="tx2"/>
                </a:solidFill>
                <a:latin typeface="Arial" panose="020B0604020202020204" pitchFamily="34" charset="0"/>
                <a:cs typeface="Arial" panose="020B0604020202020204" pitchFamily="34" charset="0"/>
              </a:rPr>
              <a:t> Card </a:t>
            </a:r>
            <a:r>
              <a:rPr lang="en-US" sz="1600" dirty="0" err="1">
                <a:solidFill>
                  <a:schemeClr val="tx2"/>
                </a:solidFill>
                <a:latin typeface="Arial" panose="020B0604020202020204" pitchFamily="34" charset="0"/>
                <a:cs typeface="Arial" panose="020B0604020202020204" pitchFamily="34" charset="0"/>
              </a:rPr>
              <a:t>mạng</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ảo</a:t>
            </a:r>
            <a:r>
              <a:rPr lang="en-US" sz="1600" dirty="0">
                <a:solidFill>
                  <a:schemeClr val="tx2"/>
                </a:solidFill>
                <a:latin typeface="Arial" panose="020B0604020202020204" pitchFamily="34" charset="0"/>
                <a:cs typeface="Arial" panose="020B0604020202020204" pitchFamily="34" charset="0"/>
              </a:rPr>
              <a:t> VMNet8, </a:t>
            </a:r>
            <a:r>
              <a:rPr lang="en-US" sz="1600" dirty="0" err="1">
                <a:solidFill>
                  <a:schemeClr val="tx2"/>
                </a:solidFill>
                <a:latin typeface="Arial" panose="020B0604020202020204" pitchFamily="34" charset="0"/>
                <a:cs typeface="Arial" panose="020B0604020202020204" pitchFamily="34" charset="0"/>
              </a:rPr>
              <a:t>nhận</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địa</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chỉ</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đồng</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và</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cho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phép</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truy</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cập</a:t>
            </a:r>
            <a:r>
              <a:rPr lang="en-US" sz="1600" dirty="0">
                <a:solidFill>
                  <a:schemeClr val="tx2"/>
                </a:solidFill>
                <a:latin typeface="Arial" panose="020B0604020202020204" pitchFamily="34" charset="0"/>
                <a:cs typeface="Arial" panose="020B0604020202020204" pitchFamily="34" charset="0"/>
              </a:rPr>
              <a:t> Internet.</a:t>
            </a:r>
          </a:p>
          <a:p>
            <a:pPr marL="285750" indent="-285750">
              <a:buFontTx/>
              <a:buChar char="-"/>
            </a:pPr>
            <a:r>
              <a:rPr lang="en-US" sz="1600" dirty="0" err="1">
                <a:solidFill>
                  <a:schemeClr val="tx2"/>
                </a:solidFill>
                <a:latin typeface="Arial" panose="020B0604020202020204" pitchFamily="34" charset="0"/>
                <a:cs typeface="Arial" panose="020B0604020202020204" pitchFamily="34" charset="0"/>
              </a:rPr>
              <a:t>Cổng</a:t>
            </a:r>
            <a:r>
              <a:rPr lang="en-US" sz="1600" dirty="0">
                <a:solidFill>
                  <a:schemeClr val="tx2"/>
                </a:solidFill>
                <a:latin typeface="Arial" panose="020B0604020202020204" pitchFamily="34" charset="0"/>
                <a:cs typeface="Arial" panose="020B0604020202020204" pitchFamily="34" charset="0"/>
              </a:rPr>
              <a:t> LAN </a:t>
            </a:r>
            <a:r>
              <a:rPr lang="en-US" sz="1600" dirty="0" err="1">
                <a:solidFill>
                  <a:schemeClr val="tx2"/>
                </a:solidFill>
                <a:latin typeface="Arial" panose="020B0604020202020204" pitchFamily="34" charset="0"/>
                <a:cs typeface="Arial" panose="020B0604020202020204" pitchFamily="34" charset="0"/>
              </a:rPr>
              <a:t>kết</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nối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với</a:t>
            </a:r>
            <a:r>
              <a:rPr lang="en-US" sz="1600" dirty="0">
                <a:solidFill>
                  <a:schemeClr val="tx2"/>
                </a:solidFill>
                <a:latin typeface="Arial" panose="020B0604020202020204" pitchFamily="34" charset="0"/>
                <a:cs typeface="Arial" panose="020B0604020202020204" pitchFamily="34" charset="0"/>
              </a:rPr>
              <a:t> Card </a:t>
            </a:r>
            <a:r>
              <a:rPr lang="en-US" sz="1600" dirty="0" err="1">
                <a:solidFill>
                  <a:schemeClr val="tx2"/>
                </a:solidFill>
                <a:latin typeface="Arial" panose="020B0604020202020204" pitchFamily="34" charset="0"/>
                <a:cs typeface="Arial" panose="020B0604020202020204" pitchFamily="34" charset="0"/>
              </a:rPr>
              <a:t>mạng</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ảo</a:t>
            </a:r>
            <a:r>
              <a:rPr lang="en-US" sz="1600" dirty="0">
                <a:solidFill>
                  <a:schemeClr val="tx2"/>
                </a:solidFill>
                <a:latin typeface="Arial" panose="020B0604020202020204" pitchFamily="34" charset="0"/>
                <a:cs typeface="Arial" panose="020B0604020202020204" pitchFamily="34" charset="0"/>
              </a:rPr>
              <a:t> VMNet1, </a:t>
            </a:r>
            <a:r>
              <a:rPr lang="en-US" sz="1600" dirty="0" err="1">
                <a:solidFill>
                  <a:schemeClr val="tx2"/>
                </a:solidFill>
                <a:latin typeface="Arial" panose="020B0604020202020204" pitchFamily="34" charset="0"/>
                <a:cs typeface="Arial" panose="020B0604020202020204" pitchFamily="34" charset="0"/>
              </a:rPr>
              <a:t>được</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khai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báo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địa</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chỉ</a:t>
            </a:r>
            <a:r>
              <a:rPr lang="en-US" sz="1600" dirty="0">
                <a:solidFill>
                  <a:schemeClr val="tx2"/>
                </a:solidFill>
                <a:latin typeface="Arial" panose="020B0604020202020204" pitchFamily="34" charset="0"/>
                <a:cs typeface="Arial" panose="020B0604020202020204" pitchFamily="34" charset="0"/>
              </a:rPr>
              <a:t> IP </a:t>
            </a:r>
            <a:r>
              <a:rPr lang="en-US" sz="1600" dirty="0" err="1">
                <a:solidFill>
                  <a:schemeClr val="tx2"/>
                </a:solidFill>
                <a:latin typeface="Arial" panose="020B0604020202020204" pitchFamily="34" charset="0"/>
                <a:cs typeface="Arial" panose="020B0604020202020204" pitchFamily="34" charset="0"/>
              </a:rPr>
              <a:t>tĩnh</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để</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dễ</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truy</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cập</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trang</a:t>
            </a:r>
            <a:r>
              <a:rPr lang="en-US" sz="1600" dirty="0">
                <a:solidFill>
                  <a:schemeClr val="tx2"/>
                </a:solidFill>
                <a:latin typeface="Arial" panose="020B0604020202020204" pitchFamily="34" charset="0"/>
                <a:cs typeface="Arial" panose="020B0604020202020204" pitchFamily="34" charset="0"/>
              </a:rPr>
              <a:t> Web </a:t>
            </a:r>
            <a:r>
              <a:rPr lang="en-US" sz="1600" dirty="0" err="1">
                <a:solidFill>
                  <a:schemeClr val="tx2"/>
                </a:solidFill>
                <a:latin typeface="Arial" panose="020B0604020202020204" pitchFamily="34" charset="0"/>
                <a:cs typeface="Arial" panose="020B0604020202020204" pitchFamily="34" charset="0"/>
              </a:rPr>
              <a:t>quản</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lý</a:t>
            </a:r>
            <a:r>
              <a:rPr lang="en-US" sz="1600" dirty="0">
                <a:solidFill>
                  <a:schemeClr val="tx2"/>
                </a:solidFill>
                <a:latin typeface="Arial" panose="020B0604020202020204" pitchFamily="34" charset="0"/>
                <a:cs typeface="Arial" panose="020B0604020202020204" pitchFamily="34" charset="0"/>
              </a:rPr>
              <a:t>.</a:t>
            </a:r>
          </a:p>
          <a:p>
            <a:pPr marL="285750" indent="-285750">
              <a:buFontTx/>
              <a:buChar char="-"/>
            </a:pPr>
            <a:r>
              <a:rPr lang="en-US" sz="1600" dirty="0" err="1">
                <a:solidFill>
                  <a:schemeClr val="tx2"/>
                </a:solidFill>
                <a:latin typeface="Arial" panose="020B0604020202020204" pitchFamily="34" charset="0"/>
                <a:cs typeface="Arial" panose="020B0604020202020204" pitchFamily="34" charset="0"/>
              </a:rPr>
              <a:t>Địa</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chỉ</a:t>
            </a:r>
            <a:r>
              <a:rPr lang="en-US" sz="1600" dirty="0">
                <a:solidFill>
                  <a:schemeClr val="tx2"/>
                </a:solidFill>
                <a:latin typeface="Arial" panose="020B0604020202020204" pitchFamily="34" charset="0"/>
                <a:cs typeface="Arial" panose="020B0604020202020204" pitchFamily="34" charset="0"/>
              </a:rPr>
              <a:t> IP </a:t>
            </a:r>
            <a:r>
              <a:rPr lang="en-US" sz="1600" dirty="0" err="1">
                <a:solidFill>
                  <a:schemeClr val="tx2"/>
                </a:solidFill>
                <a:latin typeface="Arial" panose="020B0604020202020204" pitchFamily="34" charset="0"/>
                <a:cs typeface="Arial" panose="020B0604020202020204" pitchFamily="34" charset="0"/>
              </a:rPr>
              <a:t>của</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cổng</a:t>
            </a:r>
            <a:r>
              <a:rPr lang="en-US" sz="1600" dirty="0">
                <a:solidFill>
                  <a:schemeClr val="tx2"/>
                </a:solidFill>
                <a:latin typeface="Arial" panose="020B0604020202020204" pitchFamily="34" charset="0"/>
                <a:cs typeface="Arial" panose="020B0604020202020204" pitchFamily="34" charset="0"/>
              </a:rPr>
              <a:t> WAN </a:t>
            </a:r>
            <a:r>
              <a:rPr lang="en-US" sz="1600" dirty="0" err="1">
                <a:solidFill>
                  <a:schemeClr val="tx2"/>
                </a:solidFill>
                <a:latin typeface="Arial" panose="020B0604020202020204" pitchFamily="34" charset="0"/>
                <a:cs typeface="Arial" panose="020B0604020202020204" pitchFamily="34" charset="0"/>
              </a:rPr>
              <a:t>và</a:t>
            </a:r>
            <a:r>
              <a:rPr lang="en-US" sz="1600" dirty="0">
                <a:solidFill>
                  <a:schemeClr val="tx2"/>
                </a:solidFill>
                <a:latin typeface="Arial" panose="020B0604020202020204" pitchFamily="34" charset="0"/>
                <a:cs typeface="Arial" panose="020B0604020202020204" pitchFamily="34" charset="0"/>
              </a:rPr>
              <a:t> LAN </a:t>
            </a:r>
            <a:r>
              <a:rPr lang="en-US" sz="1600" dirty="0" err="1">
                <a:solidFill>
                  <a:schemeClr val="tx2"/>
                </a:solidFill>
                <a:latin typeface="Arial" panose="020B0604020202020204" pitchFamily="34" charset="0"/>
                <a:cs typeface="Arial" panose="020B0604020202020204" pitchFamily="34" charset="0"/>
              </a:rPr>
              <a:t>tùy</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thuộc</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vào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địa</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chỉ</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của</a:t>
            </a:r>
            <a:r>
              <a:rPr lang="en-US" sz="1600" dirty="0">
                <a:solidFill>
                  <a:schemeClr val="tx2"/>
                </a:solidFill>
                <a:latin typeface="Arial" panose="020B0604020202020204" pitchFamily="34" charset="0"/>
                <a:cs typeface="Arial" panose="020B0604020202020204" pitchFamily="34" charset="0"/>
              </a:rPr>
              <a:t> Card </a:t>
            </a:r>
            <a:r>
              <a:rPr lang="en-US" sz="1600" dirty="0" err="1">
                <a:solidFill>
                  <a:schemeClr val="tx2"/>
                </a:solidFill>
                <a:latin typeface="Arial" panose="020B0604020202020204" pitchFamily="34" charset="0"/>
                <a:cs typeface="Arial" panose="020B0604020202020204" pitchFamily="34" charset="0"/>
              </a:rPr>
              <a:t>mạng</a:t>
            </a:r>
            <a:r>
              <a:rPr lang="en-US" sz="1600" dirty="0">
                <a:solidFill>
                  <a:schemeClr val="tx2"/>
                </a:solidFill>
                <a:latin typeface="Arial" panose="020B0604020202020204" pitchFamily="34" charset="0"/>
                <a:cs typeface="Arial" panose="020B0604020202020204" pitchFamily="34" charset="0"/>
              </a:rPr>
              <a:t> VMNet1 </a:t>
            </a:r>
            <a:r>
              <a:rPr lang="en-US" sz="1600" dirty="0" err="1">
                <a:solidFill>
                  <a:schemeClr val="tx2"/>
                </a:solidFill>
                <a:latin typeface="Arial" panose="020B0604020202020204" pitchFamily="34" charset="0"/>
                <a:cs typeface="Arial" panose="020B0604020202020204" pitchFamily="34" charset="0"/>
              </a:rPr>
              <a:t>và</a:t>
            </a:r>
            <a:r>
              <a:rPr lang="en-US" sz="1600" dirty="0">
                <a:solidFill>
                  <a:schemeClr val="tx2"/>
                </a:solidFill>
                <a:latin typeface="Arial" panose="020B0604020202020204" pitchFamily="34" charset="0"/>
                <a:cs typeface="Arial" panose="020B0604020202020204" pitchFamily="34" charset="0"/>
              </a:rPr>
              <a:t> VMNet8 </a:t>
            </a:r>
            <a:r>
              <a:rPr lang="en-US" sz="1600" dirty="0" err="1">
                <a:solidFill>
                  <a:schemeClr val="tx2"/>
                </a:solidFill>
                <a:latin typeface="Arial" panose="020B0604020202020204" pitchFamily="34" charset="0"/>
                <a:cs typeface="Arial" panose="020B0604020202020204" pitchFamily="34" charset="0"/>
              </a:rPr>
              <a:t>trên</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mỗi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máy</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tính</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Cần</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vẽ</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sơ</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đồ</a:t>
            </a:r>
            <a:r>
              <a:rPr lang="en-US" sz="1600" dirty="0">
                <a:solidFill>
                  <a:schemeClr val="tx2"/>
                </a:solidFill>
                <a:latin typeface="Arial" panose="020B0604020202020204" pitchFamily="34" charset="0"/>
                <a:cs typeface="Arial" panose="020B0604020202020204" pitchFamily="34" charset="0"/>
              </a:rPr>
              <a:t> LAB </a:t>
            </a:r>
            <a:r>
              <a:rPr lang="en-US" sz="1600" dirty="0" err="1">
                <a:solidFill>
                  <a:schemeClr val="tx2"/>
                </a:solidFill>
                <a:latin typeface="Arial" panose="020B0604020202020204" pitchFamily="34" charset="0"/>
                <a:cs typeface="Arial" panose="020B0604020202020204" pitchFamily="34" charset="0"/>
              </a:rPr>
              <a:t>và</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điền</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thông</a:t>
            </a:r>
            <a:r>
              <a:rPr lang="en-US" sz="1600" dirty="0">
                <a:solidFill>
                  <a:schemeClr val="tx2"/>
                </a:solidFill>
                <a:latin typeface="Arial" panose="020B0604020202020204" pitchFamily="34" charset="0"/>
                <a:cs typeface="Arial" panose="020B0604020202020204" pitchFamily="34" charset="0"/>
              </a:rPr>
              <a:t> tin </a:t>
            </a:r>
            <a:r>
              <a:rPr lang="en-US" sz="1600" dirty="0" err="1">
                <a:solidFill>
                  <a:schemeClr val="tx2"/>
                </a:solidFill>
                <a:latin typeface="Arial" panose="020B0604020202020204" pitchFamily="34" charset="0"/>
                <a:cs typeface="Arial" panose="020B0604020202020204" pitchFamily="34" charset="0"/>
              </a:rPr>
              <a:t>địa</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chỉ</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rõ</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ràng</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trước</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khi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bắt</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đầu</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thực</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hành</a:t>
            </a:r>
            <a:r>
              <a:rPr lang="en-US" sz="1600" dirty="0">
                <a:solidFill>
                  <a:schemeClr val="tx2"/>
                </a:solidFill>
                <a:latin typeface="Arial" panose="020B0604020202020204" pitchFamily="34" charset="0"/>
                <a:cs typeface="Arial" panose="020B0604020202020204" pitchFamily="34" charset="0"/>
              </a:rPr>
              <a:t> LAB.</a:t>
            </a:r>
          </a:p>
          <a:p>
            <a:endParaRPr lang="en-US" sz="1600" dirty="0">
              <a:solidFill>
                <a:schemeClr val="tx2"/>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7EB8AA68-EC4C-F98F-0204-E71761CA332B}"/>
              </a:ext>
            </a:extLst>
          </p:cNvPr>
          <p:cNvPicPr>
            <a:picLocks noChangeAspect="1"/>
          </p:cNvPicPr>
          <p:nvPr/>
        </p:nvPicPr>
        <p:blipFill>
          <a:blip r:embed="rId3"/>
          <a:stretch>
            <a:fillRect/>
          </a:stretch>
        </p:blipFill>
        <p:spPr>
          <a:xfrm>
            <a:off x="1313926" y="3185517"/>
            <a:ext cx="9616236" cy="1941126"/>
          </a:xfrm>
          <a:prstGeom prst="rect">
            <a:avLst/>
          </a:prstGeom>
        </p:spPr>
      </p:pic>
    </p:spTree>
    <p:extLst>
      <p:ext uri="{BB962C8B-B14F-4D97-AF65-F5344CB8AC3E}">
        <p14:creationId xmlns:p14="http://schemas.microsoft.com/office/powerpoint/2010/main" val="3413828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0AA95-5361-4ABA-3EC9-C45DCB52AD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DAB3B-A036-140C-8712-23058A26C2A0}"/>
              </a:ext>
            </a:extLst>
          </p:cNvPr>
          <p:cNvSpPr>
            <a:spLocks noGrp="1"/>
          </p:cNvSpPr>
          <p:nvPr>
            <p:ph type="title"/>
          </p:nvPr>
        </p:nvSpPr>
        <p:spPr>
          <a:xfrm>
            <a:off x="0" y="0"/>
            <a:ext cx="12192000" cy="618067"/>
          </a:xfrm>
        </p:spPr>
        <p:txBody>
          <a:bodyPr>
            <a:normAutofit/>
          </a:bodyPr>
          <a:lstStyle/>
          <a:p>
            <a:pPr algn="ctr"/>
            <a:r>
              <a:rPr lang="en-US" sz="3000" dirty="0" err="1">
                <a:solidFill>
                  <a:srgbClr val="0070C0"/>
                </a:solidFill>
              </a:rPr>
              <a:t>Cấu</a:t>
            </a:r>
            <a:r>
              <a:rPr lang="en-US" sz="3000" dirty="0">
                <a:solidFill>
                  <a:srgbClr val="0070C0"/>
                </a:solidFill>
              </a:rPr>
              <a:t> </a:t>
            </a:r>
            <a:r>
              <a:rPr lang="en-US" sz="3000" dirty="0" err="1">
                <a:solidFill>
                  <a:srgbClr val="0070C0"/>
                </a:solidFill>
              </a:rPr>
              <a:t>hình</a:t>
            </a:r>
            <a:r>
              <a:rPr lang="en-US" sz="3000" dirty="0">
                <a:solidFill>
                  <a:srgbClr val="0070C0"/>
                </a:solidFill>
              </a:rPr>
              <a:t> </a:t>
            </a:r>
            <a:r>
              <a:rPr lang="en-US" sz="3000" dirty="0" err="1">
                <a:solidFill>
                  <a:srgbClr val="0070C0"/>
                </a:solidFill>
              </a:rPr>
              <a:t>máy</a:t>
            </a:r>
            <a:r>
              <a:rPr lang="en-US" sz="3000" dirty="0">
                <a:solidFill>
                  <a:srgbClr val="0070C0"/>
                </a:solidFill>
              </a:rPr>
              <a:t> </a:t>
            </a:r>
            <a:r>
              <a:rPr lang="en-US" sz="3000" dirty="0" err="1">
                <a:solidFill>
                  <a:srgbClr val="0070C0"/>
                </a:solidFill>
              </a:rPr>
              <a:t>ảo</a:t>
            </a:r>
            <a:r>
              <a:rPr lang="en-US" sz="3000" dirty="0">
                <a:solidFill>
                  <a:srgbClr val="0070C0"/>
                </a:solidFill>
              </a:rPr>
              <a:t> </a:t>
            </a:r>
            <a:r>
              <a:rPr lang="en-US" sz="3000" dirty="0" err="1">
                <a:solidFill>
                  <a:srgbClr val="0070C0"/>
                </a:solidFill>
              </a:rPr>
              <a:t>dành</a:t>
            </a:r>
            <a:r>
              <a:rPr lang="en-US" sz="3000" dirty="0">
                <a:solidFill>
                  <a:srgbClr val="0070C0"/>
                </a:solidFill>
              </a:rPr>
              <a:t> </a:t>
            </a:r>
            <a:r>
              <a:rPr lang="en-US" sz="3000" dirty="0" err="1">
                <a:solidFill>
                  <a:srgbClr val="0070C0"/>
                </a:solidFill>
              </a:rPr>
              <a:t>cho</a:t>
            </a:r>
            <a:r>
              <a:rPr lang="en-US" sz="3000" dirty="0">
                <a:solidFill>
                  <a:srgbClr val="0070C0"/>
                </a:solidFill>
              </a:rPr>
              <a:t> </a:t>
            </a:r>
            <a:r>
              <a:rPr lang="en-US" sz="3000" dirty="0" err="1">
                <a:solidFill>
                  <a:srgbClr val="0070C0"/>
                </a:solidFill>
              </a:rPr>
              <a:t>pfSens</a:t>
            </a:r>
            <a:endParaRPr lang="en-US" sz="3000" dirty="0">
              <a:solidFill>
                <a:srgbClr val="0070C0"/>
              </a:solidFill>
            </a:endParaRPr>
          </a:p>
        </p:txBody>
      </p:sp>
      <p:sp>
        <p:nvSpPr>
          <p:cNvPr id="3" name="TextBox 2">
            <a:extLst>
              <a:ext uri="{FF2B5EF4-FFF2-40B4-BE49-F238E27FC236}">
                <a16:creationId xmlns:a16="http://schemas.microsoft.com/office/drawing/2014/main" id="{2D09ACA7-3681-8EFE-93C4-21DE80AFF05F}"/>
              </a:ext>
            </a:extLst>
          </p:cNvPr>
          <p:cNvSpPr txBox="1"/>
          <p:nvPr/>
        </p:nvSpPr>
        <p:spPr>
          <a:xfrm>
            <a:off x="1119771" y="877193"/>
            <a:ext cx="9810391" cy="1077218"/>
          </a:xfrm>
          <a:prstGeom prst="rect">
            <a:avLst/>
          </a:prstGeom>
          <a:noFill/>
        </p:spPr>
        <p:txBody>
          <a:bodyPr wrap="square">
            <a:spAutoFit/>
          </a:bodyPr>
          <a:lstStyle/>
          <a:p>
            <a:pPr marL="285750" indent="-285750">
              <a:buFontTx/>
              <a:buChar char="-"/>
            </a:pPr>
            <a:r>
              <a:rPr lang="en-US" sz="1600" dirty="0" err="1">
                <a:solidFill>
                  <a:schemeClr val="tx2"/>
                </a:solidFill>
                <a:latin typeface="Arial" panose="020B0604020202020204" pitchFamily="34" charset="0"/>
                <a:cs typeface="Arial" panose="020B0604020202020204" pitchFamily="34" charset="0"/>
              </a:rPr>
              <a:t>Tạo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máy</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ảo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cho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pfSense</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gồm</a:t>
            </a:r>
            <a:r>
              <a:rPr lang="en-US" sz="1600" dirty="0">
                <a:solidFill>
                  <a:schemeClr val="tx2"/>
                </a:solidFill>
                <a:latin typeface="Arial" panose="020B0604020202020204" pitchFamily="34" charset="0"/>
                <a:cs typeface="Arial" panose="020B0604020202020204" pitchFamily="34" charset="0"/>
              </a:rPr>
              <a:t> 2 Card </a:t>
            </a:r>
            <a:r>
              <a:rPr lang="en-US" sz="1600" dirty="0" err="1">
                <a:solidFill>
                  <a:schemeClr val="tx2"/>
                </a:solidFill>
                <a:latin typeface="Arial" panose="020B0604020202020204" pitchFamily="34" charset="0"/>
                <a:cs typeface="Arial" panose="020B0604020202020204" pitchFamily="34" charset="0"/>
              </a:rPr>
              <a:t>mạng</a:t>
            </a:r>
            <a:r>
              <a:rPr lang="en-US" sz="1600" dirty="0">
                <a:solidFill>
                  <a:schemeClr val="tx2"/>
                </a:solidFill>
                <a:latin typeface="Arial" panose="020B0604020202020204" pitchFamily="34" charset="0"/>
                <a:cs typeface="Arial" panose="020B0604020202020204" pitchFamily="34" charset="0"/>
              </a:rPr>
              <a:t> ở </a:t>
            </a:r>
            <a:r>
              <a:rPr lang="en-US" sz="1600" dirty="0" err="1">
                <a:solidFill>
                  <a:schemeClr val="tx2"/>
                </a:solidFill>
                <a:latin typeface="Arial" panose="020B0604020202020204" pitchFamily="34" charset="0"/>
                <a:cs typeface="Arial" panose="020B0604020202020204" pitchFamily="34" charset="0"/>
              </a:rPr>
              <a:t>chế</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độ</a:t>
            </a:r>
            <a:r>
              <a:rPr lang="en-US" sz="1600" dirty="0">
                <a:solidFill>
                  <a:schemeClr val="tx2"/>
                </a:solidFill>
                <a:latin typeface="Arial" panose="020B0604020202020204" pitchFamily="34" charset="0"/>
                <a:cs typeface="Arial" panose="020B0604020202020204" pitchFamily="34" charset="0"/>
              </a:rPr>
              <a:t> NAT (VMNet8) </a:t>
            </a:r>
            <a:r>
              <a:rPr lang="en-US" sz="1600" dirty="0" err="1">
                <a:solidFill>
                  <a:schemeClr val="tx2"/>
                </a:solidFill>
                <a:latin typeface="Arial" panose="020B0604020202020204" pitchFamily="34" charset="0"/>
                <a:cs typeface="Arial" panose="020B0604020202020204" pitchFamily="34" charset="0"/>
              </a:rPr>
              <a:t>và</a:t>
            </a:r>
            <a:r>
              <a:rPr lang="en-US" sz="1600" dirty="0">
                <a:solidFill>
                  <a:schemeClr val="tx2"/>
                </a:solidFill>
                <a:latin typeface="Arial" panose="020B0604020202020204" pitchFamily="34" charset="0"/>
                <a:cs typeface="Arial" panose="020B0604020202020204" pitchFamily="34" charset="0"/>
              </a:rPr>
              <a:t> Host-Only (VMNet1).</a:t>
            </a:r>
          </a:p>
          <a:p>
            <a:pPr marL="285750" indent="-285750">
              <a:buFontTx/>
              <a:buChar char="-"/>
            </a:pPr>
            <a:r>
              <a:rPr lang="en-US" sz="1600" dirty="0" err="1">
                <a:solidFill>
                  <a:schemeClr val="tx2"/>
                </a:solidFill>
                <a:latin typeface="Arial" panose="020B0604020202020204" pitchFamily="34" charset="0"/>
                <a:cs typeface="Arial" panose="020B0604020202020204" pitchFamily="34" charset="0"/>
              </a:rPr>
              <a:t>Kiểm</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tra</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thông</a:t>
            </a:r>
            <a:r>
              <a:rPr lang="en-US" sz="1600" dirty="0">
                <a:solidFill>
                  <a:schemeClr val="tx2"/>
                </a:solidFill>
                <a:latin typeface="Arial" panose="020B0604020202020204" pitchFamily="34" charset="0"/>
                <a:cs typeface="Arial" panose="020B0604020202020204" pitchFamily="34" charset="0"/>
              </a:rPr>
              <a:t> tin </a:t>
            </a:r>
            <a:r>
              <a:rPr lang="en-US" sz="1600" dirty="0" err="1">
                <a:solidFill>
                  <a:schemeClr val="tx2"/>
                </a:solidFill>
                <a:latin typeface="Arial" panose="020B0604020202020204" pitchFamily="34" charset="0"/>
                <a:cs typeface="Arial" panose="020B0604020202020204" pitchFamily="34" charset="0"/>
              </a:rPr>
              <a:t>địa</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chỉ</a:t>
            </a:r>
            <a:r>
              <a:rPr lang="en-US" sz="1600" dirty="0">
                <a:solidFill>
                  <a:schemeClr val="tx2"/>
                </a:solidFill>
                <a:latin typeface="Arial" panose="020B0604020202020204" pitchFamily="34" charset="0"/>
                <a:cs typeface="Arial" panose="020B0604020202020204" pitchFamily="34" charset="0"/>
              </a:rPr>
              <a:t> IP </a:t>
            </a:r>
            <a:r>
              <a:rPr lang="en-US" sz="1600" dirty="0" err="1">
                <a:solidFill>
                  <a:schemeClr val="tx2"/>
                </a:solidFill>
                <a:latin typeface="Arial" panose="020B0604020202020204" pitchFamily="34" charset="0"/>
                <a:cs typeface="Arial" panose="020B0604020202020204" pitchFamily="34" charset="0"/>
              </a:rPr>
              <a:t>tương</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ứng</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với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từng</a:t>
            </a:r>
            <a:r>
              <a:rPr lang="en-US" sz="1600" dirty="0">
                <a:solidFill>
                  <a:schemeClr val="tx2"/>
                </a:solidFill>
                <a:latin typeface="Arial" panose="020B0604020202020204" pitchFamily="34" charset="0"/>
                <a:cs typeface="Arial" panose="020B0604020202020204" pitchFamily="34" charset="0"/>
              </a:rPr>
              <a:t> Card </a:t>
            </a:r>
            <a:r>
              <a:rPr lang="en-US" sz="1600" dirty="0" err="1">
                <a:solidFill>
                  <a:schemeClr val="tx2"/>
                </a:solidFill>
                <a:latin typeface="Arial" panose="020B0604020202020204" pitchFamily="34" charset="0"/>
                <a:cs typeface="Arial" panose="020B0604020202020204" pitchFamily="34" charset="0"/>
              </a:rPr>
              <a:t>mạng</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đặc</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biệt</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là</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cổng</a:t>
            </a:r>
            <a:r>
              <a:rPr lang="en-US" sz="1600" dirty="0">
                <a:solidFill>
                  <a:schemeClr val="tx2"/>
                </a:solidFill>
                <a:latin typeface="Arial" panose="020B0604020202020204" pitchFamily="34" charset="0"/>
                <a:cs typeface="Arial" panose="020B0604020202020204" pitchFamily="34" charset="0"/>
              </a:rPr>
              <a:t> LAN (VMNet1) </a:t>
            </a:r>
            <a:r>
              <a:rPr lang="en-US" sz="1600" dirty="0" err="1">
                <a:solidFill>
                  <a:schemeClr val="tx2"/>
                </a:solidFill>
                <a:latin typeface="Arial" panose="020B0604020202020204" pitchFamily="34" charset="0"/>
                <a:cs typeface="Arial" panose="020B0604020202020204" pitchFamily="34" charset="0"/>
              </a:rPr>
              <a:t>để</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khai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báo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địa</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chỉ</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cố</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định</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cho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cổng</a:t>
            </a:r>
            <a:r>
              <a:rPr lang="en-US" sz="1600" dirty="0">
                <a:solidFill>
                  <a:schemeClr val="tx2"/>
                </a:solidFill>
                <a:latin typeface="Arial" panose="020B0604020202020204" pitchFamily="34" charset="0"/>
                <a:cs typeface="Arial" panose="020B0604020202020204" pitchFamily="34" charset="0"/>
              </a:rPr>
              <a:t> LAN.</a:t>
            </a:r>
          </a:p>
          <a:p>
            <a:endParaRPr lang="en-US" sz="1600" dirty="0">
              <a:solidFill>
                <a:schemeClr val="tx2"/>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761B1B93-B867-A0D3-5B0C-7F5EE4DE0759}"/>
              </a:ext>
            </a:extLst>
          </p:cNvPr>
          <p:cNvPicPr>
            <a:picLocks noChangeAspect="1"/>
          </p:cNvPicPr>
          <p:nvPr/>
        </p:nvPicPr>
        <p:blipFill>
          <a:blip r:embed="rId3"/>
          <a:stretch>
            <a:fillRect/>
          </a:stretch>
        </p:blipFill>
        <p:spPr>
          <a:xfrm>
            <a:off x="329032" y="2145203"/>
            <a:ext cx="6786263" cy="2567593"/>
          </a:xfrm>
          <a:prstGeom prst="rect">
            <a:avLst/>
          </a:prstGeom>
          <a:ln>
            <a:solidFill>
              <a:schemeClr val="accent1"/>
            </a:solidFill>
          </a:ln>
        </p:spPr>
      </p:pic>
      <p:pic>
        <p:nvPicPr>
          <p:cNvPr id="7" name="Picture 6">
            <a:extLst>
              <a:ext uri="{FF2B5EF4-FFF2-40B4-BE49-F238E27FC236}">
                <a16:creationId xmlns:a16="http://schemas.microsoft.com/office/drawing/2014/main" id="{6DD152A8-D083-6005-E3E5-77C82482B05E}"/>
              </a:ext>
            </a:extLst>
          </p:cNvPr>
          <p:cNvPicPr>
            <a:picLocks noChangeAspect="1"/>
          </p:cNvPicPr>
          <p:nvPr/>
        </p:nvPicPr>
        <p:blipFill>
          <a:blip r:embed="rId4"/>
          <a:stretch>
            <a:fillRect/>
          </a:stretch>
        </p:blipFill>
        <p:spPr>
          <a:xfrm>
            <a:off x="8290688" y="1583171"/>
            <a:ext cx="2781541" cy="2232853"/>
          </a:xfrm>
          <a:prstGeom prst="rect">
            <a:avLst/>
          </a:prstGeom>
          <a:ln>
            <a:solidFill>
              <a:schemeClr val="accent1"/>
            </a:solidFill>
          </a:ln>
        </p:spPr>
      </p:pic>
      <p:pic>
        <p:nvPicPr>
          <p:cNvPr id="10" name="Picture 9">
            <a:extLst>
              <a:ext uri="{FF2B5EF4-FFF2-40B4-BE49-F238E27FC236}">
                <a16:creationId xmlns:a16="http://schemas.microsoft.com/office/drawing/2014/main" id="{46DA2A34-59C6-82D8-C57A-CF3AE0216D18}"/>
              </a:ext>
            </a:extLst>
          </p:cNvPr>
          <p:cNvPicPr>
            <a:picLocks noChangeAspect="1"/>
          </p:cNvPicPr>
          <p:nvPr/>
        </p:nvPicPr>
        <p:blipFill>
          <a:blip r:embed="rId5"/>
          <a:stretch>
            <a:fillRect/>
          </a:stretch>
        </p:blipFill>
        <p:spPr>
          <a:xfrm>
            <a:off x="7307622" y="3881866"/>
            <a:ext cx="4747671" cy="1280271"/>
          </a:xfrm>
          <a:prstGeom prst="rect">
            <a:avLst/>
          </a:prstGeom>
          <a:ln>
            <a:solidFill>
              <a:schemeClr val="accent1"/>
            </a:solidFill>
          </a:ln>
        </p:spPr>
      </p:pic>
    </p:spTree>
    <p:extLst>
      <p:ext uri="{BB962C8B-B14F-4D97-AF65-F5344CB8AC3E}">
        <p14:creationId xmlns:p14="http://schemas.microsoft.com/office/powerpoint/2010/main" val="3619019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63F00-E8D8-3736-686D-368A1517DF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818592-84CD-14DD-D55C-56DA804BEF12}"/>
              </a:ext>
            </a:extLst>
          </p:cNvPr>
          <p:cNvSpPr>
            <a:spLocks noGrp="1"/>
          </p:cNvSpPr>
          <p:nvPr>
            <p:ph type="title"/>
          </p:nvPr>
        </p:nvSpPr>
        <p:spPr>
          <a:xfrm>
            <a:off x="0" y="0"/>
            <a:ext cx="12192000" cy="618067"/>
          </a:xfrm>
        </p:spPr>
        <p:txBody>
          <a:bodyPr>
            <a:normAutofit/>
          </a:bodyPr>
          <a:lstStyle/>
          <a:p>
            <a:pPr algn="ctr"/>
            <a:r>
              <a:rPr lang="en-US" sz="3000" dirty="0" err="1">
                <a:solidFill>
                  <a:srgbClr val="0070C0"/>
                </a:solidFill>
              </a:rPr>
              <a:t>Cài</a:t>
            </a:r>
            <a:r>
              <a:rPr lang="en-US" sz="3000" dirty="0">
                <a:solidFill>
                  <a:srgbClr val="0070C0"/>
                </a:solidFill>
              </a:rPr>
              <a:t> </a:t>
            </a:r>
            <a:r>
              <a:rPr lang="en-US" sz="3000" dirty="0" err="1">
                <a:solidFill>
                  <a:srgbClr val="0070C0"/>
                </a:solidFill>
              </a:rPr>
              <a:t>đặt</a:t>
            </a:r>
            <a:r>
              <a:rPr lang="en-US" sz="3000" dirty="0">
                <a:solidFill>
                  <a:srgbClr val="0070C0"/>
                </a:solidFill>
              </a:rPr>
              <a:t> </a:t>
            </a:r>
            <a:r>
              <a:rPr lang="en-US" sz="3000" dirty="0" err="1">
                <a:solidFill>
                  <a:srgbClr val="0070C0"/>
                </a:solidFill>
              </a:rPr>
              <a:t>pfSense</a:t>
            </a:r>
            <a:endParaRPr lang="en-US" sz="3000" dirty="0">
              <a:solidFill>
                <a:srgbClr val="0070C0"/>
              </a:solidFill>
            </a:endParaRPr>
          </a:p>
        </p:txBody>
      </p:sp>
      <p:sp>
        <p:nvSpPr>
          <p:cNvPr id="3" name="TextBox 2">
            <a:extLst>
              <a:ext uri="{FF2B5EF4-FFF2-40B4-BE49-F238E27FC236}">
                <a16:creationId xmlns:a16="http://schemas.microsoft.com/office/drawing/2014/main" id="{ABE20B45-F859-A15A-9C02-A5A209123EC1}"/>
              </a:ext>
            </a:extLst>
          </p:cNvPr>
          <p:cNvSpPr txBox="1"/>
          <p:nvPr/>
        </p:nvSpPr>
        <p:spPr>
          <a:xfrm>
            <a:off x="1042046" y="663974"/>
            <a:ext cx="9810391" cy="1077218"/>
          </a:xfrm>
          <a:prstGeom prst="rect">
            <a:avLst/>
          </a:prstGeom>
          <a:noFill/>
        </p:spPr>
        <p:txBody>
          <a:bodyPr wrap="square">
            <a:spAutoFit/>
          </a:bodyPr>
          <a:lstStyle/>
          <a:p>
            <a:pPr marL="285750" indent="-285750">
              <a:buFontTx/>
              <a:buChar char="-"/>
            </a:pPr>
            <a:r>
              <a:rPr lang="en-US" sz="1600" dirty="0" err="1">
                <a:solidFill>
                  <a:schemeClr val="tx2"/>
                </a:solidFill>
                <a:latin typeface="Arial" panose="020B0604020202020204" pitchFamily="34" charset="0"/>
                <a:cs typeface="Arial" panose="020B0604020202020204" pitchFamily="34" charset="0"/>
              </a:rPr>
              <a:t>Trỏ</a:t>
            </a:r>
            <a:r>
              <a:rPr lang="en-US" sz="1600" dirty="0">
                <a:solidFill>
                  <a:schemeClr val="tx2"/>
                </a:solidFill>
                <a:latin typeface="Arial" panose="020B0604020202020204" pitchFamily="34" charset="0"/>
                <a:cs typeface="Arial" panose="020B0604020202020204" pitchFamily="34" charset="0"/>
              </a:rPr>
              <a:t> File </a:t>
            </a:r>
            <a:r>
              <a:rPr lang="en-US" sz="1600" dirty="0" err="1">
                <a:solidFill>
                  <a:schemeClr val="tx2"/>
                </a:solidFill>
                <a:latin typeface="Arial" panose="020B0604020202020204" pitchFamily="34" charset="0"/>
                <a:cs typeface="Arial" panose="020B0604020202020204" pitchFamily="34" charset="0"/>
              </a:rPr>
              <a:t>cài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đặt</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là</a:t>
            </a:r>
            <a:r>
              <a:rPr lang="en-US" sz="1600" dirty="0">
                <a:solidFill>
                  <a:schemeClr val="tx2"/>
                </a:solidFill>
                <a:latin typeface="Arial" panose="020B0604020202020204" pitchFamily="34" charset="0"/>
                <a:cs typeface="Arial" panose="020B0604020202020204" pitchFamily="34" charset="0"/>
              </a:rPr>
              <a:t> File ISO </a:t>
            </a:r>
            <a:r>
              <a:rPr lang="en-US" sz="1600" dirty="0" err="1">
                <a:solidFill>
                  <a:schemeClr val="tx2"/>
                </a:solidFill>
                <a:latin typeface="Arial" panose="020B0604020202020204" pitchFamily="34" charset="0"/>
                <a:cs typeface="Arial" panose="020B0604020202020204" pitchFamily="34" charset="0"/>
              </a:rPr>
              <a:t>giải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nén</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sau</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khi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tải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về</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và</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khởi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động</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pfSense</a:t>
            </a:r>
            <a:r>
              <a:rPr lang="en-US" sz="1600" dirty="0">
                <a:solidFill>
                  <a:schemeClr val="tx2"/>
                </a:solidFill>
                <a:latin typeface="Arial" panose="020B0604020202020204" pitchFamily="34" charset="0"/>
                <a:cs typeface="Arial" panose="020B0604020202020204" pitchFamily="34" charset="0"/>
              </a:rPr>
              <a:t>.</a:t>
            </a:r>
          </a:p>
          <a:p>
            <a:pPr marL="285750" indent="-285750">
              <a:buFontTx/>
              <a:buChar char="-"/>
            </a:pPr>
            <a:r>
              <a:rPr lang="en-US" sz="1600" dirty="0" err="1">
                <a:solidFill>
                  <a:schemeClr val="tx2"/>
                </a:solidFill>
                <a:latin typeface="Arial" panose="020B0604020202020204" pitchFamily="34" charset="0"/>
                <a:cs typeface="Arial" panose="020B0604020202020204" pitchFamily="34" charset="0"/>
              </a:rPr>
              <a:t>Việc</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cài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đặt</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phần</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lớn</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thực</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hiện</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tự</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động</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chỉ</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một</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vài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chỗ</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cần</a:t>
            </a:r>
            <a:r>
              <a:rPr lang="en-US" sz="1600" dirty="0">
                <a:solidFill>
                  <a:schemeClr val="tx2"/>
                </a:solidFill>
                <a:latin typeface="Arial" panose="020B0604020202020204" pitchFamily="34" charset="0"/>
                <a:cs typeface="Arial" panose="020B0604020202020204" pitchFamily="34" charset="0"/>
              </a:rPr>
              <a:t> Confirm, </a:t>
            </a:r>
            <a:r>
              <a:rPr lang="en-US" sz="1600" dirty="0" err="1">
                <a:solidFill>
                  <a:schemeClr val="tx2"/>
                </a:solidFill>
                <a:latin typeface="Arial" panose="020B0604020202020204" pitchFamily="34" charset="0"/>
                <a:cs typeface="Arial" panose="020B0604020202020204" pitchFamily="34" charset="0"/>
              </a:rPr>
              <a:t>chú</a:t>
            </a:r>
            <a:r>
              <a:rPr lang="en-US" sz="1600" dirty="0">
                <a:solidFill>
                  <a:schemeClr val="tx2"/>
                </a:solidFill>
                <a:latin typeface="Arial" panose="020B0604020202020204" pitchFamily="34" charset="0"/>
                <a:cs typeface="Arial" panose="020B0604020202020204" pitchFamily="34" charset="0"/>
              </a:rPr>
              <a:t> ý </a:t>
            </a:r>
            <a:r>
              <a:rPr lang="en-US" sz="1600" dirty="0" err="1">
                <a:solidFill>
                  <a:schemeClr val="tx2"/>
                </a:solidFill>
                <a:latin typeface="Arial" panose="020B0604020202020204" pitchFamily="34" charset="0"/>
                <a:cs typeface="Arial" panose="020B0604020202020204" pitchFamily="34" charset="0"/>
              </a:rPr>
              <a:t>theo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thông</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báo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trên</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màn</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hình</a:t>
            </a:r>
            <a:endParaRPr lang="en-US" sz="1600" dirty="0">
              <a:solidFill>
                <a:schemeClr val="tx2"/>
              </a:solidFill>
              <a:latin typeface="Arial" panose="020B0604020202020204" pitchFamily="34" charset="0"/>
              <a:cs typeface="Arial" panose="020B0604020202020204" pitchFamily="34" charset="0"/>
            </a:endParaRPr>
          </a:p>
          <a:p>
            <a:endParaRPr lang="en-US" sz="1600" dirty="0">
              <a:solidFill>
                <a:schemeClr val="tx2"/>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96A8A052-A052-2BE2-A052-1EC08B487B2D}"/>
              </a:ext>
            </a:extLst>
          </p:cNvPr>
          <p:cNvPicPr>
            <a:picLocks noChangeAspect="1"/>
          </p:cNvPicPr>
          <p:nvPr/>
        </p:nvPicPr>
        <p:blipFill>
          <a:blip r:embed="rId3"/>
          <a:stretch>
            <a:fillRect/>
          </a:stretch>
        </p:blipFill>
        <p:spPr>
          <a:xfrm>
            <a:off x="822072" y="1569135"/>
            <a:ext cx="6187421" cy="1947892"/>
          </a:xfrm>
          <a:prstGeom prst="rect">
            <a:avLst/>
          </a:prstGeom>
        </p:spPr>
      </p:pic>
      <p:pic>
        <p:nvPicPr>
          <p:cNvPr id="4098" name="Picture 2">
            <a:extLst>
              <a:ext uri="{FF2B5EF4-FFF2-40B4-BE49-F238E27FC236}">
                <a16:creationId xmlns:a16="http://schemas.microsoft.com/office/drawing/2014/main" id="{23F904FD-B4FA-FA94-771A-B3D38229B48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0005"/>
          <a:stretch/>
        </p:blipFill>
        <p:spPr bwMode="auto">
          <a:xfrm>
            <a:off x="7154867" y="1731216"/>
            <a:ext cx="4616469" cy="200876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466D9B0F-1C40-D309-3757-F10A329FB2CD}"/>
              </a:ext>
            </a:extLst>
          </p:cNvPr>
          <p:cNvPicPr>
            <a:picLocks noChangeAspect="1"/>
          </p:cNvPicPr>
          <p:nvPr/>
        </p:nvPicPr>
        <p:blipFill>
          <a:blip r:embed="rId5"/>
          <a:srcRect b="8867"/>
          <a:stretch/>
        </p:blipFill>
        <p:spPr>
          <a:xfrm>
            <a:off x="1152184" y="3847265"/>
            <a:ext cx="4016088" cy="1409822"/>
          </a:xfrm>
          <a:prstGeom prst="rect">
            <a:avLst/>
          </a:prstGeom>
        </p:spPr>
      </p:pic>
      <p:pic>
        <p:nvPicPr>
          <p:cNvPr id="12" name="Picture 11">
            <a:extLst>
              <a:ext uri="{FF2B5EF4-FFF2-40B4-BE49-F238E27FC236}">
                <a16:creationId xmlns:a16="http://schemas.microsoft.com/office/drawing/2014/main" id="{C1214FDE-D969-8E0A-C9B8-CCC5CACA060E}"/>
              </a:ext>
            </a:extLst>
          </p:cNvPr>
          <p:cNvPicPr>
            <a:picLocks noChangeAspect="1"/>
          </p:cNvPicPr>
          <p:nvPr/>
        </p:nvPicPr>
        <p:blipFill>
          <a:blip r:embed="rId6"/>
          <a:stretch>
            <a:fillRect/>
          </a:stretch>
        </p:blipFill>
        <p:spPr>
          <a:xfrm>
            <a:off x="6031661" y="3917906"/>
            <a:ext cx="5288738" cy="1737511"/>
          </a:xfrm>
          <a:prstGeom prst="rect">
            <a:avLst/>
          </a:prstGeom>
        </p:spPr>
      </p:pic>
      <p:pic>
        <p:nvPicPr>
          <p:cNvPr id="14" name="Picture 13">
            <a:extLst>
              <a:ext uri="{FF2B5EF4-FFF2-40B4-BE49-F238E27FC236}">
                <a16:creationId xmlns:a16="http://schemas.microsoft.com/office/drawing/2014/main" id="{9865EC99-42E6-B761-73C9-124A4F54CB81}"/>
              </a:ext>
            </a:extLst>
          </p:cNvPr>
          <p:cNvPicPr>
            <a:picLocks noChangeAspect="1"/>
          </p:cNvPicPr>
          <p:nvPr/>
        </p:nvPicPr>
        <p:blipFill>
          <a:blip r:embed="rId7"/>
          <a:stretch>
            <a:fillRect/>
          </a:stretch>
        </p:blipFill>
        <p:spPr>
          <a:xfrm>
            <a:off x="1182666" y="5394259"/>
            <a:ext cx="3955123" cy="1409822"/>
          </a:xfrm>
          <a:prstGeom prst="rect">
            <a:avLst/>
          </a:prstGeom>
        </p:spPr>
      </p:pic>
    </p:spTree>
    <p:extLst>
      <p:ext uri="{BB962C8B-B14F-4D97-AF65-F5344CB8AC3E}">
        <p14:creationId xmlns:p14="http://schemas.microsoft.com/office/powerpoint/2010/main" val="1100229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3379D-0741-232C-6D5F-BE381EF564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6B7AEB-4917-44CF-9BC7-67264AC4C53E}"/>
              </a:ext>
            </a:extLst>
          </p:cNvPr>
          <p:cNvSpPr>
            <a:spLocks noGrp="1"/>
          </p:cNvSpPr>
          <p:nvPr>
            <p:ph type="title"/>
          </p:nvPr>
        </p:nvSpPr>
        <p:spPr>
          <a:xfrm>
            <a:off x="0" y="0"/>
            <a:ext cx="12192000" cy="618067"/>
          </a:xfrm>
        </p:spPr>
        <p:txBody>
          <a:bodyPr>
            <a:normAutofit/>
          </a:bodyPr>
          <a:lstStyle/>
          <a:p>
            <a:pPr algn="ctr"/>
            <a:r>
              <a:rPr lang="en-US" sz="3000" dirty="0">
                <a:solidFill>
                  <a:srgbClr val="0070C0"/>
                </a:solidFill>
              </a:rPr>
              <a:t>Thay </a:t>
            </a:r>
            <a:r>
              <a:rPr lang="en-US" sz="3000" dirty="0" err="1">
                <a:solidFill>
                  <a:srgbClr val="0070C0"/>
                </a:solidFill>
              </a:rPr>
              <a:t>đổi</a:t>
            </a:r>
            <a:r>
              <a:rPr lang="en-US" sz="3000" dirty="0">
                <a:solidFill>
                  <a:srgbClr val="0070C0"/>
                </a:solidFill>
              </a:rPr>
              <a:t> </a:t>
            </a:r>
            <a:r>
              <a:rPr lang="en-US" sz="3000" dirty="0" err="1">
                <a:solidFill>
                  <a:srgbClr val="0070C0"/>
                </a:solidFill>
              </a:rPr>
              <a:t>địa</a:t>
            </a:r>
            <a:r>
              <a:rPr lang="en-US" sz="3000" dirty="0">
                <a:solidFill>
                  <a:srgbClr val="0070C0"/>
                </a:solidFill>
              </a:rPr>
              <a:t> </a:t>
            </a:r>
            <a:r>
              <a:rPr lang="en-US" sz="3000" dirty="0" err="1">
                <a:solidFill>
                  <a:srgbClr val="0070C0"/>
                </a:solidFill>
              </a:rPr>
              <a:t>chỉ</a:t>
            </a:r>
            <a:r>
              <a:rPr lang="en-US" sz="3000" dirty="0">
                <a:solidFill>
                  <a:srgbClr val="0070C0"/>
                </a:solidFill>
              </a:rPr>
              <a:t> IP </a:t>
            </a:r>
            <a:r>
              <a:rPr lang="en-US" sz="3000" dirty="0" err="1">
                <a:solidFill>
                  <a:srgbClr val="0070C0"/>
                </a:solidFill>
              </a:rPr>
              <a:t>mặc</a:t>
            </a:r>
            <a:r>
              <a:rPr lang="en-US" sz="3000" dirty="0">
                <a:solidFill>
                  <a:srgbClr val="0070C0"/>
                </a:solidFill>
              </a:rPr>
              <a:t> </a:t>
            </a:r>
            <a:r>
              <a:rPr lang="en-US" sz="3000" dirty="0" err="1">
                <a:solidFill>
                  <a:srgbClr val="0070C0"/>
                </a:solidFill>
              </a:rPr>
              <a:t>định</a:t>
            </a:r>
            <a:r>
              <a:rPr lang="en-US" sz="3000" dirty="0">
                <a:solidFill>
                  <a:srgbClr val="0070C0"/>
                </a:solidFill>
              </a:rPr>
              <a:t> </a:t>
            </a:r>
            <a:r>
              <a:rPr lang="en-US" sz="3000" dirty="0" err="1">
                <a:solidFill>
                  <a:srgbClr val="0070C0"/>
                </a:solidFill>
              </a:rPr>
              <a:t>cổng</a:t>
            </a:r>
            <a:r>
              <a:rPr lang="en-US" sz="3000" dirty="0">
                <a:solidFill>
                  <a:srgbClr val="0070C0"/>
                </a:solidFill>
              </a:rPr>
              <a:t> LAN</a:t>
            </a:r>
          </a:p>
        </p:txBody>
      </p:sp>
      <p:sp>
        <p:nvSpPr>
          <p:cNvPr id="3" name="TextBox 2">
            <a:extLst>
              <a:ext uri="{FF2B5EF4-FFF2-40B4-BE49-F238E27FC236}">
                <a16:creationId xmlns:a16="http://schemas.microsoft.com/office/drawing/2014/main" id="{1DDB1B73-A7FA-FAFF-7EED-1CF2773E59AD}"/>
              </a:ext>
            </a:extLst>
          </p:cNvPr>
          <p:cNvSpPr txBox="1"/>
          <p:nvPr/>
        </p:nvSpPr>
        <p:spPr>
          <a:xfrm>
            <a:off x="1042046" y="663974"/>
            <a:ext cx="9810391" cy="830997"/>
          </a:xfrm>
          <a:prstGeom prst="rect">
            <a:avLst/>
          </a:prstGeom>
          <a:noFill/>
        </p:spPr>
        <p:txBody>
          <a:bodyPr wrap="square">
            <a:spAutoFit/>
          </a:bodyPr>
          <a:lstStyle/>
          <a:p>
            <a:pPr marL="285750" indent="-285750">
              <a:buFontTx/>
              <a:buChar char="-"/>
            </a:pPr>
            <a:r>
              <a:rPr lang="en-US" sz="1600" dirty="0">
                <a:solidFill>
                  <a:schemeClr val="tx2"/>
                </a:solidFill>
                <a:latin typeface="Arial" panose="020B0604020202020204" pitchFamily="34" charset="0"/>
                <a:cs typeface="Arial" panose="020B0604020202020204" pitchFamily="34" charset="0"/>
              </a:rPr>
              <a:t>Sau </a:t>
            </a:r>
            <a:r>
              <a:rPr lang="en-US" sz="1600" dirty="0" err="1">
                <a:solidFill>
                  <a:schemeClr val="tx2"/>
                </a:solidFill>
                <a:latin typeface="Arial" panose="020B0604020202020204" pitchFamily="34" charset="0"/>
                <a:cs typeface="Arial" panose="020B0604020202020204" pitchFamily="34" charset="0"/>
              </a:rPr>
              <a:t>khi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cài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đặt</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mặc</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định</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cổng</a:t>
            </a:r>
            <a:r>
              <a:rPr lang="en-US" sz="1600" dirty="0">
                <a:solidFill>
                  <a:schemeClr val="tx2"/>
                </a:solidFill>
                <a:latin typeface="Arial" panose="020B0604020202020204" pitchFamily="34" charset="0"/>
                <a:cs typeface="Arial" panose="020B0604020202020204" pitchFamily="34" charset="0"/>
              </a:rPr>
              <a:t> LAN </a:t>
            </a:r>
            <a:r>
              <a:rPr lang="en-US" sz="1600" dirty="0" err="1">
                <a:solidFill>
                  <a:schemeClr val="tx2"/>
                </a:solidFill>
                <a:latin typeface="Arial" panose="020B0604020202020204" pitchFamily="34" charset="0"/>
                <a:cs typeface="Arial" panose="020B0604020202020204" pitchFamily="34" charset="0"/>
              </a:rPr>
              <a:t>có</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địa</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chỉ</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cố</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định</a:t>
            </a:r>
            <a:r>
              <a:rPr lang="en-US" sz="1600" dirty="0">
                <a:solidFill>
                  <a:schemeClr val="tx2"/>
                </a:solidFill>
                <a:latin typeface="Arial" panose="020B0604020202020204" pitchFamily="34" charset="0"/>
                <a:cs typeface="Arial" panose="020B0604020202020204" pitchFamily="34" charset="0"/>
              </a:rPr>
              <a:t> 192.168.1.1/24, </a:t>
            </a:r>
            <a:r>
              <a:rPr lang="en-US" sz="1600" dirty="0" err="1">
                <a:solidFill>
                  <a:schemeClr val="tx2"/>
                </a:solidFill>
                <a:latin typeface="Arial" panose="020B0604020202020204" pitchFamily="34" charset="0"/>
                <a:cs typeface="Arial" panose="020B0604020202020204" pitchFamily="34" charset="0"/>
              </a:rPr>
              <a:t>cần</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đổi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lại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cho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phù</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hợp</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với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thông</a:t>
            </a:r>
            <a:r>
              <a:rPr lang="en-US" sz="1600" dirty="0">
                <a:solidFill>
                  <a:schemeClr val="tx2"/>
                </a:solidFill>
                <a:latin typeface="Arial" panose="020B0604020202020204" pitchFamily="34" charset="0"/>
                <a:cs typeface="Arial" panose="020B0604020202020204" pitchFamily="34" charset="0"/>
              </a:rPr>
              <a:t> tin </a:t>
            </a:r>
            <a:r>
              <a:rPr lang="en-US" sz="1600" dirty="0" err="1">
                <a:solidFill>
                  <a:schemeClr val="tx2"/>
                </a:solidFill>
                <a:latin typeface="Arial" panose="020B0604020202020204" pitchFamily="34" charset="0"/>
                <a:cs typeface="Arial" panose="020B0604020202020204" pitchFamily="34" charset="0"/>
              </a:rPr>
              <a:t>của</a:t>
            </a:r>
            <a:r>
              <a:rPr lang="en-US" sz="1600" dirty="0">
                <a:solidFill>
                  <a:schemeClr val="tx2"/>
                </a:solidFill>
                <a:latin typeface="Arial" panose="020B0604020202020204" pitchFamily="34" charset="0"/>
                <a:cs typeface="Arial" panose="020B0604020202020204" pitchFamily="34" charset="0"/>
              </a:rPr>
              <a:t> Card </a:t>
            </a:r>
            <a:r>
              <a:rPr lang="en-US" sz="1600" dirty="0" err="1">
                <a:solidFill>
                  <a:schemeClr val="tx2"/>
                </a:solidFill>
                <a:latin typeface="Arial" panose="020B0604020202020204" pitchFamily="34" charset="0"/>
                <a:cs typeface="Arial" panose="020B0604020202020204" pitchFamily="34" charset="0"/>
              </a:rPr>
              <a:t>mạng</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ảo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của</a:t>
            </a:r>
            <a:r>
              <a:rPr lang="en-US" sz="1600" dirty="0">
                <a:solidFill>
                  <a:schemeClr val="tx2"/>
                </a:solidFill>
                <a:latin typeface="Arial" panose="020B0604020202020204" pitchFamily="34" charset="0"/>
                <a:cs typeface="Arial" panose="020B0604020202020204" pitchFamily="34" charset="0"/>
              </a:rPr>
              <a:t> VMWare (</a:t>
            </a:r>
            <a:r>
              <a:rPr lang="en-US" sz="1600" dirty="0" err="1">
                <a:solidFill>
                  <a:schemeClr val="tx2"/>
                </a:solidFill>
                <a:latin typeface="Arial" panose="020B0604020202020204" pitchFamily="34" charset="0"/>
                <a:cs typeface="Arial" panose="020B0604020202020204" pitchFamily="34" charset="0"/>
              </a:rPr>
              <a:t>trường</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hợp</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này</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cổng</a:t>
            </a:r>
            <a:r>
              <a:rPr lang="en-US" sz="1600" dirty="0">
                <a:solidFill>
                  <a:schemeClr val="tx2"/>
                </a:solidFill>
                <a:latin typeface="Arial" panose="020B0604020202020204" pitchFamily="34" charset="0"/>
                <a:cs typeface="Arial" panose="020B0604020202020204" pitchFamily="34" charset="0"/>
              </a:rPr>
              <a:t> LAN </a:t>
            </a:r>
            <a:r>
              <a:rPr lang="en-US" sz="1600" dirty="0" err="1">
                <a:solidFill>
                  <a:schemeClr val="tx2"/>
                </a:solidFill>
                <a:latin typeface="Arial" panose="020B0604020202020204" pitchFamily="34" charset="0"/>
                <a:cs typeface="Arial" panose="020B0604020202020204" pitchFamily="34" charset="0"/>
              </a:rPr>
              <a:t>nối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với</a:t>
            </a:r>
            <a:r>
              <a:rPr lang="en-US" sz="1600" dirty="0">
                <a:solidFill>
                  <a:schemeClr val="tx2"/>
                </a:solidFill>
                <a:latin typeface="Arial" panose="020B0604020202020204" pitchFamily="34" charset="0"/>
                <a:cs typeface="Arial" panose="020B0604020202020204" pitchFamily="34" charset="0"/>
              </a:rPr>
              <a:t> VMNet1).</a:t>
            </a:r>
          </a:p>
          <a:p>
            <a:pPr marL="285750" indent="-285750">
              <a:buFontTx/>
              <a:buChar char="-"/>
            </a:pPr>
            <a:r>
              <a:rPr lang="en-US" sz="1600" dirty="0" err="1">
                <a:solidFill>
                  <a:schemeClr val="tx2"/>
                </a:solidFill>
                <a:latin typeface="Arial" panose="020B0604020202020204" pitchFamily="34" charset="0"/>
                <a:cs typeface="Arial" panose="020B0604020202020204" pitchFamily="34" charset="0"/>
              </a:rPr>
              <a:t>Sử</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dụng</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màn</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hình</a:t>
            </a:r>
            <a:r>
              <a:rPr lang="en-US" sz="1600" dirty="0">
                <a:solidFill>
                  <a:schemeClr val="tx2"/>
                </a:solidFill>
                <a:latin typeface="Arial" panose="020B0604020202020204" pitchFamily="34" charset="0"/>
                <a:cs typeface="Arial" panose="020B0604020202020204" pitchFamily="34" charset="0"/>
              </a:rPr>
              <a:t> CLI </a:t>
            </a:r>
            <a:r>
              <a:rPr lang="en-US" sz="1600" dirty="0" err="1">
                <a:solidFill>
                  <a:schemeClr val="tx2"/>
                </a:solidFill>
                <a:latin typeface="Arial" panose="020B0604020202020204" pitchFamily="34" charset="0"/>
                <a:cs typeface="Arial" panose="020B0604020202020204" pitchFamily="34" charset="0"/>
              </a:rPr>
              <a:t>của</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máy</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ảo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pfSense</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để</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thay</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đổi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địa</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chỉ</a:t>
            </a:r>
            <a:r>
              <a:rPr lang="en-US" sz="1600" dirty="0">
                <a:solidFill>
                  <a:schemeClr val="tx2"/>
                </a:solidFill>
                <a:latin typeface="Arial" panose="020B0604020202020204" pitchFamily="34" charset="0"/>
                <a:cs typeface="Arial" panose="020B0604020202020204" pitchFamily="34" charset="0"/>
              </a:rPr>
              <a:t> IP </a:t>
            </a:r>
            <a:r>
              <a:rPr lang="en-US" sz="1600" dirty="0" err="1">
                <a:solidFill>
                  <a:schemeClr val="tx2"/>
                </a:solidFill>
                <a:latin typeface="Arial" panose="020B0604020202020204" pitchFamily="34" charset="0"/>
                <a:cs typeface="Arial" panose="020B0604020202020204" pitchFamily="34" charset="0"/>
              </a:rPr>
              <a:t>cho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cổng</a:t>
            </a:r>
            <a:r>
              <a:rPr lang="en-US" sz="1600" dirty="0">
                <a:solidFill>
                  <a:schemeClr val="tx2"/>
                </a:solidFill>
                <a:latin typeface="Arial" panose="020B0604020202020204" pitchFamily="34" charset="0"/>
                <a:cs typeface="Arial" panose="020B0604020202020204" pitchFamily="34" charset="0"/>
              </a:rPr>
              <a:t> LAN (</a:t>
            </a:r>
            <a:r>
              <a:rPr lang="en-US" sz="1600" dirty="0" err="1">
                <a:solidFill>
                  <a:schemeClr val="tx2"/>
                </a:solidFill>
                <a:latin typeface="Arial" panose="020B0604020202020204" pitchFamily="34" charset="0"/>
                <a:cs typeface="Arial" panose="020B0604020202020204" pitchFamily="34" charset="0"/>
              </a:rPr>
              <a:t>chọn</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mục</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số</a:t>
            </a:r>
            <a:r>
              <a:rPr lang="en-US" sz="1600" dirty="0">
                <a:solidFill>
                  <a:schemeClr val="tx2"/>
                </a:solidFill>
                <a:latin typeface="Arial" panose="020B0604020202020204" pitchFamily="34" charset="0"/>
                <a:cs typeface="Arial" panose="020B0604020202020204" pitchFamily="34" charset="0"/>
              </a:rPr>
              <a:t> 2)</a:t>
            </a:r>
          </a:p>
        </p:txBody>
      </p:sp>
      <p:pic>
        <p:nvPicPr>
          <p:cNvPr id="5" name="Picture 4">
            <a:extLst>
              <a:ext uri="{FF2B5EF4-FFF2-40B4-BE49-F238E27FC236}">
                <a16:creationId xmlns:a16="http://schemas.microsoft.com/office/drawing/2014/main" id="{719A6720-2EDB-9A1E-2E9C-20A5DACDE87C}"/>
              </a:ext>
            </a:extLst>
          </p:cNvPr>
          <p:cNvPicPr>
            <a:picLocks noChangeAspect="1"/>
          </p:cNvPicPr>
          <p:nvPr/>
        </p:nvPicPr>
        <p:blipFill>
          <a:blip r:embed="rId3"/>
          <a:stretch>
            <a:fillRect/>
          </a:stretch>
        </p:blipFill>
        <p:spPr>
          <a:xfrm>
            <a:off x="505098" y="1676400"/>
            <a:ext cx="5379830" cy="2501766"/>
          </a:xfrm>
          <a:prstGeom prst="rect">
            <a:avLst/>
          </a:prstGeom>
        </p:spPr>
      </p:pic>
      <p:pic>
        <p:nvPicPr>
          <p:cNvPr id="8" name="Picture 7">
            <a:extLst>
              <a:ext uri="{FF2B5EF4-FFF2-40B4-BE49-F238E27FC236}">
                <a16:creationId xmlns:a16="http://schemas.microsoft.com/office/drawing/2014/main" id="{E01E04F3-2F9D-51F1-A2CE-A7A2BFEB0D24}"/>
              </a:ext>
            </a:extLst>
          </p:cNvPr>
          <p:cNvPicPr>
            <a:picLocks noChangeAspect="1"/>
          </p:cNvPicPr>
          <p:nvPr/>
        </p:nvPicPr>
        <p:blipFill>
          <a:blip r:embed="rId4"/>
          <a:stretch>
            <a:fillRect/>
          </a:stretch>
        </p:blipFill>
        <p:spPr>
          <a:xfrm>
            <a:off x="592557" y="4736783"/>
            <a:ext cx="5204911" cy="647756"/>
          </a:xfrm>
          <a:prstGeom prst="rect">
            <a:avLst/>
          </a:prstGeom>
        </p:spPr>
      </p:pic>
      <p:pic>
        <p:nvPicPr>
          <p:cNvPr id="11" name="Picture 10">
            <a:extLst>
              <a:ext uri="{FF2B5EF4-FFF2-40B4-BE49-F238E27FC236}">
                <a16:creationId xmlns:a16="http://schemas.microsoft.com/office/drawing/2014/main" id="{AE07ED90-4964-A0C8-E203-89D458D3A621}"/>
              </a:ext>
            </a:extLst>
          </p:cNvPr>
          <p:cNvPicPr>
            <a:picLocks noChangeAspect="1"/>
          </p:cNvPicPr>
          <p:nvPr/>
        </p:nvPicPr>
        <p:blipFill>
          <a:blip r:embed="rId5"/>
          <a:stretch>
            <a:fillRect/>
          </a:stretch>
        </p:blipFill>
        <p:spPr>
          <a:xfrm>
            <a:off x="6307074" y="1611081"/>
            <a:ext cx="5514741" cy="3889772"/>
          </a:xfrm>
          <a:prstGeom prst="rect">
            <a:avLst/>
          </a:prstGeom>
        </p:spPr>
      </p:pic>
    </p:spTree>
    <p:extLst>
      <p:ext uri="{BB962C8B-B14F-4D97-AF65-F5344CB8AC3E}">
        <p14:creationId xmlns:p14="http://schemas.microsoft.com/office/powerpoint/2010/main" val="2497949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CF416-7E90-A2C1-B2EE-2544E4540A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97B411-F151-AAF1-2661-86C7930662E1}"/>
              </a:ext>
            </a:extLst>
          </p:cNvPr>
          <p:cNvSpPr>
            <a:spLocks noGrp="1"/>
          </p:cNvSpPr>
          <p:nvPr>
            <p:ph type="title"/>
          </p:nvPr>
        </p:nvSpPr>
        <p:spPr>
          <a:xfrm>
            <a:off x="0" y="0"/>
            <a:ext cx="12192000" cy="618067"/>
          </a:xfrm>
        </p:spPr>
        <p:txBody>
          <a:bodyPr>
            <a:normAutofit/>
          </a:bodyPr>
          <a:lstStyle/>
          <a:p>
            <a:pPr algn="ctr"/>
            <a:r>
              <a:rPr lang="en-US" sz="3000" dirty="0" err="1">
                <a:solidFill>
                  <a:srgbClr val="0070C0"/>
                </a:solidFill>
              </a:rPr>
              <a:t>Truy</a:t>
            </a:r>
            <a:r>
              <a:rPr lang="en-US" sz="3000" dirty="0">
                <a:solidFill>
                  <a:srgbClr val="0070C0"/>
                </a:solidFill>
              </a:rPr>
              <a:t> </a:t>
            </a:r>
            <a:r>
              <a:rPr lang="en-US" sz="3000" dirty="0" err="1">
                <a:solidFill>
                  <a:srgbClr val="0070C0"/>
                </a:solidFill>
              </a:rPr>
              <a:t>cập</a:t>
            </a:r>
            <a:r>
              <a:rPr lang="en-US" sz="3000" dirty="0">
                <a:solidFill>
                  <a:srgbClr val="0070C0"/>
                </a:solidFill>
              </a:rPr>
              <a:t> </a:t>
            </a:r>
            <a:r>
              <a:rPr lang="en-US" sz="3000" dirty="0" err="1">
                <a:solidFill>
                  <a:srgbClr val="0070C0"/>
                </a:solidFill>
              </a:rPr>
              <a:t>trang</a:t>
            </a:r>
            <a:r>
              <a:rPr lang="en-US" sz="3000" dirty="0">
                <a:solidFill>
                  <a:srgbClr val="0070C0"/>
                </a:solidFill>
              </a:rPr>
              <a:t> Web </a:t>
            </a:r>
            <a:r>
              <a:rPr lang="en-US" sz="3000" dirty="0" err="1">
                <a:solidFill>
                  <a:srgbClr val="0070C0"/>
                </a:solidFill>
              </a:rPr>
              <a:t>quản</a:t>
            </a:r>
            <a:r>
              <a:rPr lang="en-US" sz="3000" dirty="0">
                <a:solidFill>
                  <a:srgbClr val="0070C0"/>
                </a:solidFill>
              </a:rPr>
              <a:t> </a:t>
            </a:r>
            <a:r>
              <a:rPr lang="en-US" sz="3000" dirty="0" err="1">
                <a:solidFill>
                  <a:srgbClr val="0070C0"/>
                </a:solidFill>
              </a:rPr>
              <a:t>lý</a:t>
            </a:r>
            <a:endParaRPr lang="en-US" sz="3000" dirty="0">
              <a:solidFill>
                <a:srgbClr val="0070C0"/>
              </a:solidFill>
            </a:endParaRPr>
          </a:p>
        </p:txBody>
      </p:sp>
      <p:sp>
        <p:nvSpPr>
          <p:cNvPr id="3" name="TextBox 2">
            <a:extLst>
              <a:ext uri="{FF2B5EF4-FFF2-40B4-BE49-F238E27FC236}">
                <a16:creationId xmlns:a16="http://schemas.microsoft.com/office/drawing/2014/main" id="{38E33350-FC3D-30F4-422E-2119894B26F8}"/>
              </a:ext>
            </a:extLst>
          </p:cNvPr>
          <p:cNvSpPr txBox="1"/>
          <p:nvPr/>
        </p:nvSpPr>
        <p:spPr>
          <a:xfrm>
            <a:off x="1042046" y="663974"/>
            <a:ext cx="9810391" cy="830997"/>
          </a:xfrm>
          <a:prstGeom prst="rect">
            <a:avLst/>
          </a:prstGeom>
          <a:noFill/>
        </p:spPr>
        <p:txBody>
          <a:bodyPr wrap="square">
            <a:spAutoFit/>
          </a:bodyPr>
          <a:lstStyle/>
          <a:p>
            <a:pPr marL="285750" indent="-285750">
              <a:buFontTx/>
              <a:buChar char="-"/>
            </a:pPr>
            <a:r>
              <a:rPr lang="en-US" sz="1600" dirty="0" err="1">
                <a:solidFill>
                  <a:schemeClr val="tx2"/>
                </a:solidFill>
                <a:latin typeface="Arial" panose="020B0604020202020204" pitchFamily="34" charset="0"/>
                <a:cs typeface="Arial" panose="020B0604020202020204" pitchFamily="34" charset="0"/>
              </a:rPr>
              <a:t>Mở</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trình</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duyệt</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và</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truy</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cập</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địa</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chỉ</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cổng</a:t>
            </a:r>
            <a:r>
              <a:rPr lang="en-US" sz="1600" dirty="0">
                <a:solidFill>
                  <a:schemeClr val="tx2"/>
                </a:solidFill>
                <a:latin typeface="Arial" panose="020B0604020202020204" pitchFamily="34" charset="0"/>
                <a:cs typeface="Arial" panose="020B0604020202020204" pitchFamily="34" charset="0"/>
              </a:rPr>
              <a:t> LAN </a:t>
            </a:r>
            <a:r>
              <a:rPr lang="en-US" sz="1600" dirty="0" err="1">
                <a:solidFill>
                  <a:schemeClr val="tx2"/>
                </a:solidFill>
                <a:latin typeface="Arial" panose="020B0604020202020204" pitchFamily="34" charset="0"/>
                <a:cs typeface="Arial" panose="020B0604020202020204" pitchFamily="34" charset="0"/>
              </a:rPr>
              <a:t>vừa</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thay</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đổi</a:t>
            </a:r>
            <a:r>
              <a:rPr lang="en-US" sz="1600" dirty="0">
                <a:solidFill>
                  <a:schemeClr val="tx2"/>
                </a:solidFill>
                <a:latin typeface="Arial" panose="020B0604020202020204" pitchFamily="34" charset="0"/>
                <a:cs typeface="Arial" panose="020B0604020202020204" pitchFamily="34" charset="0"/>
              </a:rPr>
              <a:t> ở </a:t>
            </a:r>
            <a:r>
              <a:rPr lang="en-US" sz="1600" dirty="0" err="1">
                <a:solidFill>
                  <a:schemeClr val="tx2"/>
                </a:solidFill>
                <a:latin typeface="Arial" panose="020B0604020202020204" pitchFamily="34" charset="0"/>
                <a:cs typeface="Arial" panose="020B0604020202020204" pitchFamily="34" charset="0"/>
              </a:rPr>
              <a:t>bước</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trước</a:t>
            </a:r>
            <a:r>
              <a:rPr lang="en-US" sz="1600" dirty="0">
                <a:solidFill>
                  <a:schemeClr val="tx2"/>
                </a:solidFill>
                <a:latin typeface="Arial" panose="020B0604020202020204" pitchFamily="34" charset="0"/>
                <a:cs typeface="Arial" panose="020B0604020202020204" pitchFamily="34" charset="0"/>
              </a:rPr>
              <a:t>.</a:t>
            </a:r>
          </a:p>
          <a:p>
            <a:pPr marL="285750" indent="-285750">
              <a:buFontTx/>
              <a:buChar char="-"/>
            </a:pPr>
            <a:r>
              <a:rPr lang="en-US" sz="1600" dirty="0" err="1">
                <a:solidFill>
                  <a:schemeClr val="tx2"/>
                </a:solidFill>
                <a:latin typeface="Arial" panose="020B0604020202020204" pitchFamily="34" charset="0"/>
                <a:cs typeface="Arial" panose="020B0604020202020204" pitchFamily="34" charset="0"/>
              </a:rPr>
              <a:t>Đăng</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nhập</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với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tài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khoản</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mặc</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định</a:t>
            </a:r>
            <a:r>
              <a:rPr lang="en-US" sz="1600" dirty="0">
                <a:solidFill>
                  <a:schemeClr val="tx2"/>
                </a:solidFill>
                <a:latin typeface="Arial" panose="020B0604020202020204" pitchFamily="34" charset="0"/>
                <a:cs typeface="Arial" panose="020B0604020202020204" pitchFamily="34" charset="0"/>
              </a:rPr>
              <a:t>: </a:t>
            </a:r>
            <a:r>
              <a:rPr lang="en-US" sz="1600" dirty="0">
                <a:solidFill>
                  <a:srgbClr val="FF0000"/>
                </a:solidFill>
                <a:latin typeface="Arial" panose="020B0604020202020204" pitchFamily="34" charset="0"/>
                <a:cs typeface="Arial" panose="020B0604020202020204" pitchFamily="34" charset="0"/>
              </a:rPr>
              <a:t>admin</a:t>
            </a:r>
            <a:r>
              <a:rPr lang="en-US" sz="1600" dirty="0">
                <a:solidFill>
                  <a:schemeClr val="tx2"/>
                </a:solidFill>
                <a:latin typeface="Arial" panose="020B0604020202020204" pitchFamily="34" charset="0"/>
                <a:cs typeface="Arial" panose="020B0604020202020204" pitchFamily="34" charset="0"/>
              </a:rPr>
              <a:t>/</a:t>
            </a:r>
            <a:r>
              <a:rPr lang="en-US" sz="1600" dirty="0" err="1">
                <a:solidFill>
                  <a:srgbClr val="FF0000"/>
                </a:solidFill>
                <a:latin typeface="Arial" panose="020B0604020202020204" pitchFamily="34" charset="0"/>
                <a:cs typeface="Arial" panose="020B0604020202020204" pitchFamily="34" charset="0"/>
              </a:rPr>
              <a:t>pfsense</a:t>
            </a:r>
            <a:endParaRPr lang="en-US" sz="1600" dirty="0">
              <a:solidFill>
                <a:srgbClr val="FF0000"/>
              </a:solidFill>
              <a:latin typeface="Arial" panose="020B0604020202020204" pitchFamily="34" charset="0"/>
              <a:cs typeface="Arial" panose="020B0604020202020204" pitchFamily="34" charset="0"/>
            </a:endParaRPr>
          </a:p>
          <a:p>
            <a:endParaRPr lang="en-US" sz="1600" dirty="0">
              <a:solidFill>
                <a:schemeClr val="tx2"/>
              </a:solidFill>
              <a:latin typeface="Arial" panose="020B0604020202020204" pitchFamily="34" charset="0"/>
              <a:cs typeface="Arial" panose="020B0604020202020204" pitchFamily="34" charset="0"/>
            </a:endParaRPr>
          </a:p>
        </p:txBody>
      </p:sp>
      <p:pic>
        <p:nvPicPr>
          <p:cNvPr id="15" name="Picture 14">
            <a:extLst>
              <a:ext uri="{FF2B5EF4-FFF2-40B4-BE49-F238E27FC236}">
                <a16:creationId xmlns:a16="http://schemas.microsoft.com/office/drawing/2014/main" id="{7424B2AB-1496-738B-3FAE-43F366EAA9EA}"/>
              </a:ext>
            </a:extLst>
          </p:cNvPr>
          <p:cNvPicPr>
            <a:picLocks noChangeAspect="1"/>
          </p:cNvPicPr>
          <p:nvPr/>
        </p:nvPicPr>
        <p:blipFill>
          <a:blip r:embed="rId3"/>
          <a:stretch>
            <a:fillRect/>
          </a:stretch>
        </p:blipFill>
        <p:spPr>
          <a:xfrm>
            <a:off x="2647264" y="1331495"/>
            <a:ext cx="5951099" cy="4454705"/>
          </a:xfrm>
          <a:prstGeom prst="rect">
            <a:avLst/>
          </a:prstGeom>
          <a:ln>
            <a:solidFill>
              <a:schemeClr val="accent1"/>
            </a:solidFill>
          </a:ln>
        </p:spPr>
      </p:pic>
    </p:spTree>
    <p:extLst>
      <p:ext uri="{BB962C8B-B14F-4D97-AF65-F5344CB8AC3E}">
        <p14:creationId xmlns:p14="http://schemas.microsoft.com/office/powerpoint/2010/main" val="2174731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BF310-9746-5C0B-42E7-221B258D6F6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0BD601C-FBDF-5D92-430F-784263BC08B8}"/>
              </a:ext>
            </a:extLst>
          </p:cNvPr>
          <p:cNvSpPr txBox="1"/>
          <p:nvPr/>
        </p:nvSpPr>
        <p:spPr>
          <a:xfrm>
            <a:off x="2244306" y="2001329"/>
            <a:ext cx="7703388" cy="830997"/>
          </a:xfrm>
          <a:prstGeom prst="rect">
            <a:avLst/>
          </a:prstGeom>
          <a:noFill/>
        </p:spPr>
        <p:txBody>
          <a:bodyPr wrap="square" rtlCol="0">
            <a:spAutoFit/>
          </a:bodyPr>
          <a:lstStyle/>
          <a:p>
            <a:pPr algn="ctr"/>
            <a:r>
              <a:rPr lang="en-US" sz="2400" b="1" dirty="0">
                <a:solidFill>
                  <a:srgbClr val="0070C0"/>
                </a:solidFill>
              </a:rPr>
              <a:t>PHẦN 3</a:t>
            </a:r>
          </a:p>
          <a:p>
            <a:pPr algn="ctr"/>
            <a:r>
              <a:rPr lang="en-US" sz="2400" b="1" dirty="0">
                <a:solidFill>
                  <a:srgbClr val="0070C0"/>
                </a:solidFill>
              </a:rPr>
              <a:t>CẤU HÌNH CƠ BẢN</a:t>
            </a:r>
          </a:p>
        </p:txBody>
      </p:sp>
    </p:spTree>
    <p:extLst>
      <p:ext uri="{BB962C8B-B14F-4D97-AF65-F5344CB8AC3E}">
        <p14:creationId xmlns:p14="http://schemas.microsoft.com/office/powerpoint/2010/main" val="3242696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161D9-0A16-06E4-9149-9A7FDBF081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3F98D3-2BFA-B132-EA6B-E214B7335AF4}"/>
              </a:ext>
            </a:extLst>
          </p:cNvPr>
          <p:cNvSpPr>
            <a:spLocks noGrp="1"/>
          </p:cNvSpPr>
          <p:nvPr>
            <p:ph type="title"/>
          </p:nvPr>
        </p:nvSpPr>
        <p:spPr>
          <a:xfrm>
            <a:off x="0" y="0"/>
            <a:ext cx="12192000" cy="618067"/>
          </a:xfrm>
        </p:spPr>
        <p:txBody>
          <a:bodyPr>
            <a:normAutofit/>
          </a:bodyPr>
          <a:lstStyle/>
          <a:p>
            <a:pPr algn="ctr"/>
            <a:r>
              <a:rPr lang="en-US" sz="3000" dirty="0" err="1">
                <a:solidFill>
                  <a:srgbClr val="0070C0"/>
                </a:solidFill>
              </a:rPr>
              <a:t>Sử</a:t>
            </a:r>
            <a:r>
              <a:rPr lang="en-US" sz="3000" dirty="0">
                <a:solidFill>
                  <a:srgbClr val="0070C0"/>
                </a:solidFill>
              </a:rPr>
              <a:t> </a:t>
            </a:r>
            <a:r>
              <a:rPr lang="en-US" sz="3000" dirty="0" err="1">
                <a:solidFill>
                  <a:srgbClr val="0070C0"/>
                </a:solidFill>
              </a:rPr>
              <a:t>dụng</a:t>
            </a:r>
            <a:r>
              <a:rPr lang="en-US" sz="3000" dirty="0">
                <a:solidFill>
                  <a:srgbClr val="0070C0"/>
                </a:solidFill>
              </a:rPr>
              <a:t> Wizard</a:t>
            </a:r>
          </a:p>
        </p:txBody>
      </p:sp>
      <p:sp>
        <p:nvSpPr>
          <p:cNvPr id="3" name="TextBox 2">
            <a:extLst>
              <a:ext uri="{FF2B5EF4-FFF2-40B4-BE49-F238E27FC236}">
                <a16:creationId xmlns:a16="http://schemas.microsoft.com/office/drawing/2014/main" id="{E2450046-7732-9881-72F6-F7E51678E01E}"/>
              </a:ext>
            </a:extLst>
          </p:cNvPr>
          <p:cNvSpPr txBox="1"/>
          <p:nvPr/>
        </p:nvSpPr>
        <p:spPr>
          <a:xfrm>
            <a:off x="879140" y="475142"/>
            <a:ext cx="9810391" cy="1077218"/>
          </a:xfrm>
          <a:prstGeom prst="rect">
            <a:avLst/>
          </a:prstGeom>
          <a:noFill/>
        </p:spPr>
        <p:txBody>
          <a:bodyPr wrap="square">
            <a:spAutoFit/>
          </a:bodyPr>
          <a:lstStyle/>
          <a:p>
            <a:pPr marL="285750" indent="-285750">
              <a:buFontTx/>
              <a:buChar char="-"/>
            </a:pPr>
            <a:r>
              <a:rPr lang="en-US" sz="1600" b="0" i="0" dirty="0">
                <a:solidFill>
                  <a:schemeClr val="tx2"/>
                </a:solidFill>
                <a:effectLst/>
                <a:latin typeface="Arial" panose="020B0604020202020204" pitchFamily="34" charset="0"/>
                <a:cs typeface="Arial" panose="020B0604020202020204" pitchFamily="34" charset="0"/>
              </a:rPr>
              <a:t>Sau </a:t>
            </a:r>
            <a:r>
              <a:rPr lang="en-US" sz="1600" b="0" i="0" dirty="0" err="1">
                <a:solidFill>
                  <a:schemeClr val="tx2"/>
                </a:solidFill>
                <a:effectLst/>
                <a:latin typeface="Arial" panose="020B0604020202020204" pitchFamily="34" charset="0"/>
                <a:cs typeface="Arial" panose="020B0604020202020204" pitchFamily="34" charset="0"/>
              </a:rPr>
              <a:t>khi</a:t>
            </a:r>
            <a:r>
              <a:rPr lang="en-US" sz="1600" b="0" i="0" dirty="0">
                <a:solidFill>
                  <a:schemeClr val="tx2"/>
                </a:solidFill>
                <a:effectLst/>
                <a:latin typeface="Arial" panose="020B0604020202020204" pitchFamily="34" charset="0"/>
                <a:cs typeface="Arial" panose="020B0604020202020204" pitchFamily="34" charset="0"/>
              </a:rPr>
              <a:t> Login </a:t>
            </a:r>
            <a:r>
              <a:rPr lang="en-US" sz="1600" b="0" i="0" dirty="0" err="1">
                <a:solidFill>
                  <a:schemeClr val="tx2"/>
                </a:solidFill>
                <a:effectLst/>
                <a:latin typeface="Arial" panose="020B0604020202020204" pitchFamily="34" charset="0"/>
                <a:cs typeface="Arial" panose="020B0604020202020204" pitchFamily="34" charset="0"/>
              </a:rPr>
              <a:t>lần</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đầu</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tiên</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sẽ</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xuất</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hiện</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giao</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diện</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cấu</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hình</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dạng</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hỏi</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đáp</a:t>
            </a:r>
            <a:r>
              <a:rPr lang="en-US" sz="1600" b="0" i="0" dirty="0">
                <a:solidFill>
                  <a:schemeClr val="tx2"/>
                </a:solidFill>
                <a:effectLst/>
                <a:latin typeface="Arial" panose="020B0604020202020204" pitchFamily="34" charset="0"/>
                <a:cs typeface="Arial" panose="020B0604020202020204" pitchFamily="34" charset="0"/>
              </a:rPr>
              <a:t> (Wizard).</a:t>
            </a:r>
          </a:p>
          <a:p>
            <a:pPr marL="285750" indent="-285750">
              <a:buFontTx/>
              <a:buChar char="-"/>
            </a:pPr>
            <a:r>
              <a:rPr lang="en-US" sz="1600" dirty="0" err="1">
                <a:solidFill>
                  <a:schemeClr val="tx2"/>
                </a:solidFill>
                <a:latin typeface="Arial" panose="020B0604020202020204" pitchFamily="34" charset="0"/>
                <a:cs typeface="Arial" panose="020B0604020202020204" pitchFamily="34" charset="0"/>
              </a:rPr>
              <a:t>Thực</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hiện</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cung</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cấp</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thông</a:t>
            </a:r>
            <a:r>
              <a:rPr lang="en-US" sz="1600" dirty="0">
                <a:solidFill>
                  <a:schemeClr val="tx2"/>
                </a:solidFill>
                <a:latin typeface="Arial" panose="020B0604020202020204" pitchFamily="34" charset="0"/>
                <a:cs typeface="Arial" panose="020B0604020202020204" pitchFamily="34" charset="0"/>
              </a:rPr>
              <a:t> tin </a:t>
            </a:r>
            <a:r>
              <a:rPr lang="en-US" sz="1600" dirty="0" err="1">
                <a:solidFill>
                  <a:schemeClr val="tx2"/>
                </a:solidFill>
                <a:latin typeface="Arial" panose="020B0604020202020204" pitchFamily="34" charset="0"/>
                <a:cs typeface="Arial" panose="020B0604020202020204" pitchFamily="34" charset="0"/>
              </a:rPr>
              <a:t>theo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yêu</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cầu</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trên</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màn</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hình</a:t>
            </a:r>
            <a:r>
              <a:rPr lang="en-US" sz="1600" dirty="0">
                <a:solidFill>
                  <a:schemeClr val="tx2"/>
                </a:solidFill>
                <a:latin typeface="Arial" panose="020B0604020202020204" pitchFamily="34" charset="0"/>
                <a:cs typeface="Arial" panose="020B0604020202020204" pitchFamily="34" charset="0"/>
              </a:rPr>
              <a:t>.</a:t>
            </a:r>
          </a:p>
          <a:p>
            <a:pPr marL="285750" indent="-285750">
              <a:buFontTx/>
              <a:buChar char="-"/>
            </a:pPr>
            <a:r>
              <a:rPr lang="en-US" sz="1600" dirty="0" err="1">
                <a:solidFill>
                  <a:schemeClr val="tx2"/>
                </a:solidFill>
                <a:latin typeface="Arial" panose="020B0604020202020204" pitchFamily="34" charset="0"/>
                <a:cs typeface="Arial" panose="020B0604020202020204" pitchFamily="34" charset="0"/>
              </a:rPr>
              <a:t>Có</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thể</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truy</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cập</a:t>
            </a:r>
            <a:r>
              <a:rPr lang="en-US" sz="1600" dirty="0">
                <a:solidFill>
                  <a:schemeClr val="tx2"/>
                </a:solidFill>
                <a:latin typeface="Arial" panose="020B0604020202020204" pitchFamily="34" charset="0"/>
                <a:cs typeface="Arial" panose="020B0604020202020204" pitchFamily="34" charset="0"/>
              </a:rPr>
              <a:t> Wizard </a:t>
            </a:r>
            <a:r>
              <a:rPr lang="en-US" sz="1600" dirty="0" err="1">
                <a:solidFill>
                  <a:schemeClr val="tx2"/>
                </a:solidFill>
                <a:latin typeface="Arial" panose="020B0604020202020204" pitchFamily="34" charset="0"/>
                <a:cs typeface="Arial" panose="020B0604020202020204" pitchFamily="34" charset="0"/>
              </a:rPr>
              <a:t>này</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bất</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kỳ</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lúc</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nào</a:t>
            </a:r>
            <a:r>
              <a:rPr lang="en-US" sz="1600" dirty="0">
                <a:solidFill>
                  <a:schemeClr val="tx2"/>
                </a:solidFill>
                <a:latin typeface="Arial" panose="020B0604020202020204" pitchFamily="34" charset="0"/>
                <a:cs typeface="Arial" panose="020B0604020202020204" pitchFamily="34" charset="0"/>
              </a:rPr>
              <a:t> dung Menu: Setting </a:t>
            </a:r>
            <a:r>
              <a:rPr lang="en-US" sz="1600" dirty="0">
                <a:solidFill>
                  <a:schemeClr val="tx2"/>
                </a:solidFill>
                <a:latin typeface="Arial" panose="020B0604020202020204" pitchFamily="34" charset="0"/>
                <a:cs typeface="Arial" panose="020B0604020202020204" pitchFamily="34" charset="0"/>
                <a:sym typeface="Wingdings" panose="05000000000000000000" pitchFamily="2" charset="2"/>
              </a:rPr>
              <a:t> Setup Wizard</a:t>
            </a:r>
          </a:p>
          <a:p>
            <a:pPr marL="285750" indent="-285750">
              <a:buFontTx/>
              <a:buChar char="-"/>
            </a:pPr>
            <a:r>
              <a:rPr lang="en-US" sz="1600" dirty="0" err="1">
                <a:solidFill>
                  <a:schemeClr val="tx2"/>
                </a:solidFill>
                <a:latin typeface="Arial" panose="020B0604020202020204" pitchFamily="34" charset="0"/>
                <a:cs typeface="Arial" panose="020B0604020202020204" pitchFamily="34" charset="0"/>
                <a:sym typeface="Wingdings" panose="05000000000000000000" pitchFamily="2" charset="2"/>
              </a:rPr>
              <a:t>Chú</a:t>
            </a:r>
            <a:r>
              <a:rPr lang="en-US" sz="1600" dirty="0">
                <a:solidFill>
                  <a:schemeClr val="tx2"/>
                </a:solidFill>
                <a:latin typeface="Arial" panose="020B0604020202020204" pitchFamily="34" charset="0"/>
                <a:cs typeface="Arial" panose="020B0604020202020204" pitchFamily="34" charset="0"/>
                <a:sym typeface="Wingdings" panose="05000000000000000000" pitchFamily="2" charset="2"/>
              </a:rPr>
              <a:t> ý </a:t>
            </a:r>
            <a:r>
              <a:rPr lang="en-US" sz="1600" dirty="0" err="1">
                <a:solidFill>
                  <a:srgbClr val="FF0000"/>
                </a:solidFill>
                <a:latin typeface="Arial" panose="020B0604020202020204" pitchFamily="34" charset="0"/>
                <a:cs typeface="Arial" panose="020B0604020202020204" pitchFamily="34" charset="0"/>
                <a:sym typeface="Wingdings" panose="05000000000000000000" pitchFamily="2" charset="2"/>
              </a:rPr>
              <a:t>bỏ</a:t>
            </a:r>
            <a:r>
              <a:rPr lang="en-US" sz="1600" dirty="0">
                <a:solidFill>
                  <a:srgbClr val="FF0000"/>
                </a:solidFill>
                <a:latin typeface="Arial" panose="020B0604020202020204" pitchFamily="34" charset="0"/>
                <a:cs typeface="Arial" panose="020B0604020202020204" pitchFamily="34" charset="0"/>
                <a:sym typeface="Wingdings" panose="05000000000000000000" pitchFamily="2" charset="2"/>
              </a:rPr>
              <a:t> </a:t>
            </a:r>
            <a:r>
              <a:rPr lang="en-US" sz="1600" dirty="0" err="1">
                <a:solidFill>
                  <a:srgbClr val="FF0000"/>
                </a:solidFill>
                <a:latin typeface="Arial" panose="020B0604020202020204" pitchFamily="34" charset="0"/>
                <a:cs typeface="Arial" panose="020B0604020202020204" pitchFamily="34" charset="0"/>
                <a:sym typeface="Wingdings" panose="05000000000000000000" pitchFamily="2" charset="2"/>
              </a:rPr>
              <a:t>chọn</a:t>
            </a:r>
            <a:r>
              <a:rPr lang="en-US" sz="1600" dirty="0">
                <a:solidFill>
                  <a:srgbClr val="FF0000"/>
                </a:solidFill>
                <a:latin typeface="Arial" panose="020B0604020202020204" pitchFamily="34" charset="0"/>
                <a:cs typeface="Arial" panose="020B0604020202020204" pitchFamily="34" charset="0"/>
                <a:sym typeface="Wingdings" panose="05000000000000000000" pitchFamily="2" charset="2"/>
              </a:rPr>
              <a:t> </a:t>
            </a:r>
            <a:r>
              <a:rPr lang="en-US" sz="1600" dirty="0">
                <a:solidFill>
                  <a:schemeClr val="tx2"/>
                </a:solidFill>
                <a:latin typeface="Arial" panose="020B0604020202020204" pitchFamily="34" charset="0"/>
                <a:cs typeface="Arial" panose="020B0604020202020204" pitchFamily="34" charset="0"/>
                <a:sym typeface="Wingdings" panose="05000000000000000000" pitchFamily="2" charset="2"/>
              </a:rPr>
              <a:t>Block RFC1918 </a:t>
            </a:r>
            <a:r>
              <a:rPr lang="en-US" sz="1600" dirty="0" err="1">
                <a:solidFill>
                  <a:schemeClr val="tx2"/>
                </a:solidFill>
                <a:latin typeface="Arial" panose="020B0604020202020204" pitchFamily="34" charset="0"/>
                <a:cs typeface="Arial" panose="020B0604020202020204" pitchFamily="34" charset="0"/>
                <a:sym typeface="Wingdings" panose="05000000000000000000" pitchFamily="2" charset="2"/>
              </a:rPr>
              <a:t>và</a:t>
            </a:r>
            <a:r>
              <a:rPr lang="en-US" sz="1600" dirty="0">
                <a:solidFill>
                  <a:schemeClr val="tx2"/>
                </a:solidFill>
                <a:latin typeface="Arial" panose="020B0604020202020204" pitchFamily="34" charset="0"/>
                <a:cs typeface="Arial" panose="020B0604020202020204" pitchFamily="34" charset="0"/>
                <a:sym typeface="Wingdings" panose="05000000000000000000" pitchFamily="2" charset="2"/>
              </a:rPr>
              <a:t> Bogon </a:t>
            </a:r>
            <a:r>
              <a:rPr lang="en-US" sz="1600" dirty="0" err="1">
                <a:solidFill>
                  <a:schemeClr val="tx2"/>
                </a:solidFill>
                <a:latin typeface="Arial" panose="020B0604020202020204" pitchFamily="34" charset="0"/>
                <a:cs typeface="Arial" panose="020B0604020202020204" pitchFamily="34" charset="0"/>
                <a:sym typeface="Wingdings" panose="05000000000000000000" pitchFamily="2" charset="2"/>
              </a:rPr>
              <a:t>vì</a:t>
            </a:r>
            <a:r>
              <a:rPr lang="en-US" sz="1600" dirty="0">
                <a:solidFill>
                  <a:schemeClr val="tx2"/>
                </a:solidFill>
                <a:latin typeface="Arial" panose="020B0604020202020204" pitchFamily="34" charset="0"/>
                <a:cs typeface="Arial" panose="020B0604020202020204" pitchFamily="34" charset="0"/>
                <a:sym typeface="Wingdings" panose="05000000000000000000" pitchFamily="2" charset="2"/>
              </a:rPr>
              <a:t> ở LAB </a:t>
            </a:r>
            <a:r>
              <a:rPr lang="en-US" sz="1600" dirty="0" err="1">
                <a:solidFill>
                  <a:schemeClr val="tx2"/>
                </a:solidFill>
                <a:latin typeface="Arial" panose="020B0604020202020204" pitchFamily="34" charset="0"/>
                <a:cs typeface="Arial" panose="020B0604020202020204" pitchFamily="34" charset="0"/>
                <a:sym typeface="Wingdings" panose="05000000000000000000" pitchFamily="2" charset="2"/>
              </a:rPr>
              <a:t>chúng</a:t>
            </a:r>
            <a:r>
              <a:rPr lang="en-US" sz="1600" dirty="0">
                <a:solidFill>
                  <a:schemeClr val="tx2"/>
                </a:solidFill>
                <a:latin typeface="Arial" panose="020B0604020202020204" pitchFamily="34" charset="0"/>
                <a:cs typeface="Arial" panose="020B0604020202020204" pitchFamily="34" charset="0"/>
                <a:sym typeface="Wingdings" panose="05000000000000000000" pitchFamily="2" charset="2"/>
              </a:rPr>
              <a:t> ta dung </a:t>
            </a:r>
            <a:r>
              <a:rPr lang="en-US" sz="1600" dirty="0" err="1">
                <a:solidFill>
                  <a:schemeClr val="tx2"/>
                </a:solidFill>
                <a:latin typeface="Arial" panose="020B0604020202020204" pitchFamily="34" charset="0"/>
                <a:cs typeface="Arial" panose="020B0604020202020204" pitchFamily="34" charset="0"/>
                <a:sym typeface="Wingdings" panose="05000000000000000000" pitchFamily="2" charset="2"/>
              </a:rPr>
              <a:t>địa</a:t>
            </a:r>
            <a:r>
              <a:rPr lang="en-US" sz="1600" dirty="0">
                <a:solidFill>
                  <a:schemeClr val="tx2"/>
                </a:solidFill>
                <a:latin typeface="Arial" panose="020B0604020202020204" pitchFamily="34" charset="0"/>
                <a:cs typeface="Arial" panose="020B0604020202020204" pitchFamily="34" charset="0"/>
                <a:sym typeface="Wingdings" panose="05000000000000000000" pitchFamily="2" charset="2"/>
              </a:rPr>
              <a:t> </a:t>
            </a:r>
            <a:r>
              <a:rPr lang="en-US" sz="1600" dirty="0" err="1">
                <a:solidFill>
                  <a:schemeClr val="tx2"/>
                </a:solidFill>
                <a:latin typeface="Arial" panose="020B0604020202020204" pitchFamily="34" charset="0"/>
                <a:cs typeface="Arial" panose="020B0604020202020204" pitchFamily="34" charset="0"/>
                <a:sym typeface="Wingdings" panose="05000000000000000000" pitchFamily="2" charset="2"/>
              </a:rPr>
              <a:t>chỉ</a:t>
            </a:r>
            <a:r>
              <a:rPr lang="en-US" sz="1600" dirty="0">
                <a:solidFill>
                  <a:schemeClr val="tx2"/>
                </a:solidFill>
                <a:latin typeface="Arial" panose="020B0604020202020204" pitchFamily="34" charset="0"/>
                <a:cs typeface="Arial" panose="020B0604020202020204" pitchFamily="34" charset="0"/>
                <a:sym typeface="Wingdings" panose="05000000000000000000" pitchFamily="2" charset="2"/>
              </a:rPr>
              <a:t> Private.</a:t>
            </a:r>
          </a:p>
        </p:txBody>
      </p:sp>
      <p:pic>
        <p:nvPicPr>
          <p:cNvPr id="5" name="Picture 4">
            <a:extLst>
              <a:ext uri="{FF2B5EF4-FFF2-40B4-BE49-F238E27FC236}">
                <a16:creationId xmlns:a16="http://schemas.microsoft.com/office/drawing/2014/main" id="{01778A2B-A9A5-09D5-389E-C7104052139A}"/>
              </a:ext>
            </a:extLst>
          </p:cNvPr>
          <p:cNvPicPr>
            <a:picLocks noChangeAspect="1"/>
          </p:cNvPicPr>
          <p:nvPr/>
        </p:nvPicPr>
        <p:blipFill>
          <a:blip r:embed="rId3"/>
          <a:stretch>
            <a:fillRect/>
          </a:stretch>
        </p:blipFill>
        <p:spPr>
          <a:xfrm>
            <a:off x="421220" y="1752798"/>
            <a:ext cx="3974317" cy="3033760"/>
          </a:xfrm>
          <a:prstGeom prst="rect">
            <a:avLst/>
          </a:prstGeom>
          <a:ln>
            <a:solidFill>
              <a:schemeClr val="accent1"/>
            </a:solidFill>
          </a:ln>
        </p:spPr>
      </p:pic>
      <p:pic>
        <p:nvPicPr>
          <p:cNvPr id="7" name="Picture 6">
            <a:extLst>
              <a:ext uri="{FF2B5EF4-FFF2-40B4-BE49-F238E27FC236}">
                <a16:creationId xmlns:a16="http://schemas.microsoft.com/office/drawing/2014/main" id="{EEF8B448-0B0F-3DEB-1D3D-EE4FF28491A3}"/>
              </a:ext>
            </a:extLst>
          </p:cNvPr>
          <p:cNvPicPr>
            <a:picLocks noChangeAspect="1"/>
          </p:cNvPicPr>
          <p:nvPr/>
        </p:nvPicPr>
        <p:blipFill>
          <a:blip r:embed="rId4"/>
          <a:stretch>
            <a:fillRect/>
          </a:stretch>
        </p:blipFill>
        <p:spPr>
          <a:xfrm>
            <a:off x="4604085" y="1692906"/>
            <a:ext cx="3136231" cy="2802115"/>
          </a:xfrm>
          <a:prstGeom prst="rect">
            <a:avLst/>
          </a:prstGeom>
          <a:ln>
            <a:solidFill>
              <a:schemeClr val="accent1"/>
            </a:solidFill>
          </a:ln>
        </p:spPr>
      </p:pic>
      <p:pic>
        <p:nvPicPr>
          <p:cNvPr id="9" name="Picture 8">
            <a:extLst>
              <a:ext uri="{FF2B5EF4-FFF2-40B4-BE49-F238E27FC236}">
                <a16:creationId xmlns:a16="http://schemas.microsoft.com/office/drawing/2014/main" id="{D574E2DB-B1C6-ABEE-F6AD-E78BD09B53E0}"/>
              </a:ext>
            </a:extLst>
          </p:cNvPr>
          <p:cNvPicPr>
            <a:picLocks noChangeAspect="1"/>
          </p:cNvPicPr>
          <p:nvPr/>
        </p:nvPicPr>
        <p:blipFill>
          <a:blip r:embed="rId5"/>
          <a:srcRect r="14840"/>
          <a:stretch/>
        </p:blipFill>
        <p:spPr>
          <a:xfrm>
            <a:off x="9707869" y="57390"/>
            <a:ext cx="2291626" cy="3054778"/>
          </a:xfrm>
          <a:prstGeom prst="rect">
            <a:avLst/>
          </a:prstGeom>
          <a:ln>
            <a:solidFill>
              <a:schemeClr val="accent1"/>
            </a:solidFill>
          </a:ln>
        </p:spPr>
      </p:pic>
      <p:pic>
        <p:nvPicPr>
          <p:cNvPr id="11" name="Picture 10">
            <a:extLst>
              <a:ext uri="{FF2B5EF4-FFF2-40B4-BE49-F238E27FC236}">
                <a16:creationId xmlns:a16="http://schemas.microsoft.com/office/drawing/2014/main" id="{2252B0FA-0377-03CB-9F59-C4CE234C3C00}"/>
              </a:ext>
            </a:extLst>
          </p:cNvPr>
          <p:cNvPicPr>
            <a:picLocks noChangeAspect="1"/>
          </p:cNvPicPr>
          <p:nvPr/>
        </p:nvPicPr>
        <p:blipFill>
          <a:blip r:embed="rId6"/>
          <a:stretch>
            <a:fillRect/>
          </a:stretch>
        </p:blipFill>
        <p:spPr>
          <a:xfrm>
            <a:off x="8526379" y="3558827"/>
            <a:ext cx="3442038" cy="2273445"/>
          </a:xfrm>
          <a:prstGeom prst="rect">
            <a:avLst/>
          </a:prstGeom>
          <a:ln>
            <a:solidFill>
              <a:schemeClr val="accent1"/>
            </a:solidFill>
          </a:ln>
        </p:spPr>
      </p:pic>
      <p:pic>
        <p:nvPicPr>
          <p:cNvPr id="13" name="Picture 12">
            <a:extLst>
              <a:ext uri="{FF2B5EF4-FFF2-40B4-BE49-F238E27FC236}">
                <a16:creationId xmlns:a16="http://schemas.microsoft.com/office/drawing/2014/main" id="{6DC8C2FB-9CDB-20F5-7870-673CD39B3125}"/>
              </a:ext>
            </a:extLst>
          </p:cNvPr>
          <p:cNvPicPr>
            <a:picLocks noChangeAspect="1"/>
          </p:cNvPicPr>
          <p:nvPr/>
        </p:nvPicPr>
        <p:blipFill>
          <a:blip r:embed="rId7"/>
          <a:stretch>
            <a:fillRect/>
          </a:stretch>
        </p:blipFill>
        <p:spPr>
          <a:xfrm>
            <a:off x="421220" y="5008835"/>
            <a:ext cx="3786412" cy="1398869"/>
          </a:xfrm>
          <a:prstGeom prst="rect">
            <a:avLst/>
          </a:prstGeom>
          <a:ln>
            <a:solidFill>
              <a:schemeClr val="accent1"/>
            </a:solidFill>
          </a:ln>
        </p:spPr>
      </p:pic>
      <p:pic>
        <p:nvPicPr>
          <p:cNvPr id="17" name="Picture 16">
            <a:extLst>
              <a:ext uri="{FF2B5EF4-FFF2-40B4-BE49-F238E27FC236}">
                <a16:creationId xmlns:a16="http://schemas.microsoft.com/office/drawing/2014/main" id="{4DA901F7-DCD5-120B-F43F-605A20F074E0}"/>
              </a:ext>
            </a:extLst>
          </p:cNvPr>
          <p:cNvPicPr>
            <a:picLocks noChangeAspect="1"/>
          </p:cNvPicPr>
          <p:nvPr/>
        </p:nvPicPr>
        <p:blipFill>
          <a:blip r:embed="rId8"/>
          <a:stretch>
            <a:fillRect/>
          </a:stretch>
        </p:blipFill>
        <p:spPr>
          <a:xfrm>
            <a:off x="4472637" y="4495021"/>
            <a:ext cx="3902654" cy="1966596"/>
          </a:xfrm>
          <a:prstGeom prst="rect">
            <a:avLst/>
          </a:prstGeom>
          <a:ln>
            <a:solidFill>
              <a:schemeClr val="accent1"/>
            </a:solidFill>
          </a:ln>
        </p:spPr>
      </p:pic>
    </p:spTree>
    <p:extLst>
      <p:ext uri="{BB962C8B-B14F-4D97-AF65-F5344CB8AC3E}">
        <p14:creationId xmlns:p14="http://schemas.microsoft.com/office/powerpoint/2010/main" val="2269407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F65DE-6501-F707-523E-1D7C9032AD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5A90E7-B6B7-F1B5-2072-D0F19AA04EE1}"/>
              </a:ext>
            </a:extLst>
          </p:cNvPr>
          <p:cNvSpPr>
            <a:spLocks noGrp="1"/>
          </p:cNvSpPr>
          <p:nvPr>
            <p:ph type="title"/>
          </p:nvPr>
        </p:nvSpPr>
        <p:spPr>
          <a:xfrm>
            <a:off x="0" y="0"/>
            <a:ext cx="12192000" cy="618067"/>
          </a:xfrm>
        </p:spPr>
        <p:txBody>
          <a:bodyPr>
            <a:normAutofit/>
          </a:bodyPr>
          <a:lstStyle/>
          <a:p>
            <a:pPr algn="ctr"/>
            <a:r>
              <a:rPr lang="en-US" sz="3000" dirty="0">
                <a:solidFill>
                  <a:srgbClr val="0070C0"/>
                </a:solidFill>
              </a:rPr>
              <a:t>Dashboard </a:t>
            </a:r>
            <a:r>
              <a:rPr lang="en-US" sz="3000" dirty="0" err="1">
                <a:solidFill>
                  <a:srgbClr val="0070C0"/>
                </a:solidFill>
              </a:rPr>
              <a:t>của</a:t>
            </a:r>
            <a:r>
              <a:rPr lang="en-US" sz="3000" dirty="0">
                <a:solidFill>
                  <a:srgbClr val="0070C0"/>
                </a:solidFill>
              </a:rPr>
              <a:t> </a:t>
            </a:r>
            <a:r>
              <a:rPr lang="en-US" sz="3000" dirty="0" err="1">
                <a:solidFill>
                  <a:srgbClr val="0070C0"/>
                </a:solidFill>
              </a:rPr>
              <a:t>pfSense</a:t>
            </a:r>
            <a:endParaRPr lang="en-US" sz="3000" dirty="0">
              <a:solidFill>
                <a:srgbClr val="0070C0"/>
              </a:solidFill>
            </a:endParaRPr>
          </a:p>
        </p:txBody>
      </p:sp>
      <p:sp>
        <p:nvSpPr>
          <p:cNvPr id="3" name="TextBox 2">
            <a:extLst>
              <a:ext uri="{FF2B5EF4-FFF2-40B4-BE49-F238E27FC236}">
                <a16:creationId xmlns:a16="http://schemas.microsoft.com/office/drawing/2014/main" id="{9DCF6A63-4877-2E95-60A5-9EF348F4951D}"/>
              </a:ext>
            </a:extLst>
          </p:cNvPr>
          <p:cNvSpPr txBox="1"/>
          <p:nvPr/>
        </p:nvSpPr>
        <p:spPr>
          <a:xfrm>
            <a:off x="814972" y="618067"/>
            <a:ext cx="9810391" cy="830997"/>
          </a:xfrm>
          <a:prstGeom prst="rect">
            <a:avLst/>
          </a:prstGeom>
          <a:noFill/>
        </p:spPr>
        <p:txBody>
          <a:bodyPr wrap="square">
            <a:spAutoFit/>
          </a:bodyPr>
          <a:lstStyle/>
          <a:p>
            <a:pPr marL="285750" indent="-285750">
              <a:buFontTx/>
              <a:buChar char="-"/>
            </a:pPr>
            <a:r>
              <a:rPr lang="en-US" sz="1600" b="0" i="0" dirty="0" err="1">
                <a:solidFill>
                  <a:schemeClr val="tx2"/>
                </a:solidFill>
                <a:effectLst/>
                <a:latin typeface="Arial" panose="020B0604020202020204" pitchFamily="34" charset="0"/>
                <a:cs typeface="Arial" panose="020B0604020202020204" pitchFamily="34" charset="0"/>
              </a:rPr>
              <a:t>Màn</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hình</a:t>
            </a:r>
            <a:r>
              <a:rPr lang="en-US" sz="1600" b="0" i="0" dirty="0">
                <a:solidFill>
                  <a:schemeClr val="tx2"/>
                </a:solidFill>
                <a:effectLst/>
                <a:latin typeface="Arial" panose="020B0604020202020204" pitchFamily="34" charset="0"/>
                <a:cs typeface="Arial" panose="020B0604020202020204" pitchFamily="34" charset="0"/>
              </a:rPr>
              <a:t> Dashboard </a:t>
            </a:r>
            <a:r>
              <a:rPr lang="en-US" sz="1600" b="0" i="0" dirty="0" err="1">
                <a:solidFill>
                  <a:schemeClr val="tx2"/>
                </a:solidFill>
                <a:effectLst/>
                <a:latin typeface="Arial" panose="020B0604020202020204" pitchFamily="34" charset="0"/>
                <a:cs typeface="Arial" panose="020B0604020202020204" pitchFamily="34" charset="0"/>
              </a:rPr>
              <a:t>cung</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cấp</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nhiều</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thông</a:t>
            </a:r>
            <a:r>
              <a:rPr lang="en-US" sz="1600" b="0" i="0" dirty="0">
                <a:solidFill>
                  <a:schemeClr val="tx2"/>
                </a:solidFill>
                <a:effectLst/>
                <a:latin typeface="Arial" panose="020B0604020202020204" pitchFamily="34" charset="0"/>
                <a:cs typeface="Arial" panose="020B0604020202020204" pitchFamily="34" charset="0"/>
              </a:rPr>
              <a:t> tin </a:t>
            </a:r>
            <a:r>
              <a:rPr lang="en-US" sz="1600" b="0" i="0" dirty="0" err="1">
                <a:solidFill>
                  <a:schemeClr val="tx2"/>
                </a:solidFill>
                <a:effectLst/>
                <a:latin typeface="Arial" panose="020B0604020202020204" pitchFamily="34" charset="0"/>
                <a:cs typeface="Arial" panose="020B0604020202020204" pitchFamily="34" charset="0"/>
              </a:rPr>
              <a:t>liên</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quan</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đến</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pfSense</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cũn</a:t>
            </a:r>
            <a:r>
              <a:rPr lang="en-US" sz="1600" dirty="0" err="1">
                <a:solidFill>
                  <a:schemeClr val="tx2"/>
                </a:solidFill>
                <a:latin typeface="Arial" panose="020B0604020202020204" pitchFamily="34" charset="0"/>
                <a:cs typeface="Arial" panose="020B0604020202020204" pitchFamily="34" charset="0"/>
              </a:rPr>
              <a:t>g</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nhưng</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hoạt</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động</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của</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thiết</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bị</a:t>
            </a:r>
            <a:r>
              <a:rPr lang="en-US" sz="1600" dirty="0">
                <a:solidFill>
                  <a:schemeClr val="tx2"/>
                </a:solidFill>
                <a:latin typeface="Arial" panose="020B0604020202020204" pitchFamily="34" charset="0"/>
                <a:cs typeface="Arial" panose="020B0604020202020204" pitchFamily="34" charset="0"/>
              </a:rPr>
              <a:t>.</a:t>
            </a:r>
          </a:p>
          <a:p>
            <a:pPr marL="285750" indent="-285750">
              <a:buFontTx/>
              <a:buChar char="-"/>
            </a:pPr>
            <a:r>
              <a:rPr lang="en-US" sz="1600" dirty="0" err="1">
                <a:solidFill>
                  <a:schemeClr val="tx2"/>
                </a:solidFill>
                <a:latin typeface="Arial" panose="020B0604020202020204" pitchFamily="34" charset="0"/>
                <a:cs typeface="Arial" panose="020B0604020202020204" pitchFamily="34" charset="0"/>
                <a:sym typeface="Wingdings" panose="05000000000000000000" pitchFamily="2" charset="2"/>
              </a:rPr>
              <a:t>Có</a:t>
            </a:r>
            <a:r>
              <a:rPr lang="en-US" sz="1600" dirty="0">
                <a:solidFill>
                  <a:schemeClr val="tx2"/>
                </a:solidFill>
                <a:latin typeface="Arial" panose="020B0604020202020204" pitchFamily="34" charset="0"/>
                <a:cs typeface="Arial" panose="020B0604020202020204" pitchFamily="34" charset="0"/>
                <a:sym typeface="Wingdings" panose="05000000000000000000" pitchFamily="2" charset="2"/>
              </a:rPr>
              <a:t> </a:t>
            </a:r>
            <a:r>
              <a:rPr lang="en-US" sz="1600" dirty="0" err="1">
                <a:solidFill>
                  <a:schemeClr val="tx2"/>
                </a:solidFill>
                <a:latin typeface="Arial" panose="020B0604020202020204" pitchFamily="34" charset="0"/>
                <a:cs typeface="Arial" panose="020B0604020202020204" pitchFamily="34" charset="0"/>
                <a:sym typeface="Wingdings" panose="05000000000000000000" pitchFamily="2" charset="2"/>
              </a:rPr>
              <a:t>thể</a:t>
            </a:r>
            <a:r>
              <a:rPr lang="en-US" sz="1600" dirty="0">
                <a:solidFill>
                  <a:schemeClr val="tx2"/>
                </a:solidFill>
                <a:latin typeface="Arial" panose="020B0604020202020204" pitchFamily="34" charset="0"/>
                <a:cs typeface="Arial" panose="020B0604020202020204" pitchFamily="34" charset="0"/>
                <a:sym typeface="Wingdings" panose="05000000000000000000" pitchFamily="2" charset="2"/>
              </a:rPr>
              <a:t> </a:t>
            </a:r>
            <a:r>
              <a:rPr lang="en-US" sz="1600" dirty="0" err="1">
                <a:solidFill>
                  <a:schemeClr val="tx2"/>
                </a:solidFill>
                <a:latin typeface="Arial" panose="020B0604020202020204" pitchFamily="34" charset="0"/>
                <a:cs typeface="Arial" panose="020B0604020202020204" pitchFamily="34" charset="0"/>
                <a:sym typeface="Wingdings" panose="05000000000000000000" pitchFamily="2" charset="2"/>
              </a:rPr>
              <a:t>nhấp</a:t>
            </a:r>
            <a:r>
              <a:rPr lang="en-US" sz="1600" dirty="0">
                <a:solidFill>
                  <a:schemeClr val="tx2"/>
                </a:solidFill>
                <a:latin typeface="Arial" panose="020B0604020202020204" pitchFamily="34" charset="0"/>
                <a:cs typeface="Arial" panose="020B0604020202020204" pitchFamily="34" charset="0"/>
                <a:sym typeface="Wingdings" panose="05000000000000000000" pitchFamily="2" charset="2"/>
              </a:rPr>
              <a:t> </a:t>
            </a:r>
            <a:r>
              <a:rPr lang="en-US" sz="1600" dirty="0" err="1">
                <a:solidFill>
                  <a:schemeClr val="tx2"/>
                </a:solidFill>
                <a:latin typeface="Arial" panose="020B0604020202020204" pitchFamily="34" charset="0"/>
                <a:cs typeface="Arial" panose="020B0604020202020204" pitchFamily="34" charset="0"/>
                <a:sym typeface="Wingdings" panose="05000000000000000000" pitchFamily="2" charset="2"/>
              </a:rPr>
              <a:t>vào</a:t>
            </a:r>
            <a:r>
              <a:rPr lang="en-US" sz="1600" dirty="0">
                <a:solidFill>
                  <a:schemeClr val="tx2"/>
                </a:solidFill>
                <a:latin typeface="Arial" panose="020B0604020202020204" pitchFamily="34" charset="0"/>
                <a:cs typeface="Arial" panose="020B0604020202020204" pitchFamily="34" charset="0"/>
                <a:sym typeface="Wingdings" panose="05000000000000000000" pitchFamily="2" charset="2"/>
              </a:rPr>
              <a:t> </a:t>
            </a:r>
            <a:r>
              <a:rPr lang="en-US" sz="1600" dirty="0" err="1">
                <a:solidFill>
                  <a:schemeClr val="tx2"/>
                </a:solidFill>
                <a:latin typeface="Arial" panose="020B0604020202020204" pitchFamily="34" charset="0"/>
                <a:cs typeface="Arial" panose="020B0604020202020204" pitchFamily="34" charset="0"/>
                <a:sym typeface="Wingdings" panose="05000000000000000000" pitchFamily="2" charset="2"/>
              </a:rPr>
              <a:t>dấu</a:t>
            </a:r>
            <a:r>
              <a:rPr lang="en-US" sz="1600" dirty="0">
                <a:solidFill>
                  <a:schemeClr val="tx2"/>
                </a:solidFill>
                <a:latin typeface="Arial" panose="020B0604020202020204" pitchFamily="34" charset="0"/>
                <a:cs typeface="Arial" panose="020B0604020202020204" pitchFamily="34" charset="0"/>
                <a:sym typeface="Wingdings" panose="05000000000000000000" pitchFamily="2" charset="2"/>
              </a:rPr>
              <a:t> + </a:t>
            </a:r>
            <a:r>
              <a:rPr lang="en-US" sz="1600" dirty="0" err="1">
                <a:solidFill>
                  <a:schemeClr val="tx2"/>
                </a:solidFill>
                <a:latin typeface="Arial" panose="020B0604020202020204" pitchFamily="34" charset="0"/>
                <a:cs typeface="Arial" panose="020B0604020202020204" pitchFamily="34" charset="0"/>
                <a:sym typeface="Wingdings" panose="05000000000000000000" pitchFamily="2" charset="2"/>
              </a:rPr>
              <a:t>để</a:t>
            </a:r>
            <a:r>
              <a:rPr lang="en-US" sz="1600" dirty="0">
                <a:solidFill>
                  <a:schemeClr val="tx2"/>
                </a:solidFill>
                <a:latin typeface="Arial" panose="020B0604020202020204" pitchFamily="34" charset="0"/>
                <a:cs typeface="Arial" panose="020B0604020202020204" pitchFamily="34" charset="0"/>
                <a:sym typeface="Wingdings" panose="05000000000000000000" pitchFamily="2" charset="2"/>
              </a:rPr>
              <a:t> </a:t>
            </a:r>
            <a:r>
              <a:rPr lang="en-US" sz="1600" dirty="0" err="1">
                <a:solidFill>
                  <a:schemeClr val="tx2"/>
                </a:solidFill>
                <a:latin typeface="Arial" panose="020B0604020202020204" pitchFamily="34" charset="0"/>
                <a:cs typeface="Arial" panose="020B0604020202020204" pitchFamily="34" charset="0"/>
                <a:sym typeface="Wingdings" panose="05000000000000000000" pitchFamily="2" charset="2"/>
              </a:rPr>
              <a:t>thêm</a:t>
            </a:r>
            <a:r>
              <a:rPr lang="en-US" sz="1600" dirty="0">
                <a:solidFill>
                  <a:schemeClr val="tx2"/>
                </a:solidFill>
                <a:latin typeface="Arial" panose="020B0604020202020204" pitchFamily="34" charset="0"/>
                <a:cs typeface="Arial" panose="020B0604020202020204" pitchFamily="34" charset="0"/>
                <a:sym typeface="Wingdings" panose="05000000000000000000" pitchFamily="2" charset="2"/>
              </a:rPr>
              <a:t> </a:t>
            </a:r>
            <a:r>
              <a:rPr lang="en-US" sz="1600" dirty="0" err="1">
                <a:solidFill>
                  <a:schemeClr val="tx2"/>
                </a:solidFill>
                <a:latin typeface="Arial" panose="020B0604020202020204" pitchFamily="34" charset="0"/>
                <a:cs typeface="Arial" panose="020B0604020202020204" pitchFamily="34" charset="0"/>
                <a:sym typeface="Wingdings" panose="05000000000000000000" pitchFamily="2" charset="2"/>
              </a:rPr>
              <a:t>các</a:t>
            </a:r>
            <a:r>
              <a:rPr lang="en-US" sz="1600" dirty="0">
                <a:solidFill>
                  <a:schemeClr val="tx2"/>
                </a:solidFill>
                <a:latin typeface="Arial" panose="020B0604020202020204" pitchFamily="34" charset="0"/>
                <a:cs typeface="Arial" panose="020B0604020202020204" pitchFamily="34" charset="0"/>
                <a:sym typeface="Wingdings" panose="05000000000000000000" pitchFamily="2" charset="2"/>
              </a:rPr>
              <a:t> </a:t>
            </a:r>
          </a:p>
        </p:txBody>
      </p:sp>
      <p:pic>
        <p:nvPicPr>
          <p:cNvPr id="6" name="Picture 5">
            <a:extLst>
              <a:ext uri="{FF2B5EF4-FFF2-40B4-BE49-F238E27FC236}">
                <a16:creationId xmlns:a16="http://schemas.microsoft.com/office/drawing/2014/main" id="{5F9CC035-C391-7ADA-9275-3FA112BF9837}"/>
              </a:ext>
            </a:extLst>
          </p:cNvPr>
          <p:cNvPicPr>
            <a:picLocks noChangeAspect="1"/>
          </p:cNvPicPr>
          <p:nvPr/>
        </p:nvPicPr>
        <p:blipFill>
          <a:blip r:embed="rId3"/>
          <a:stretch>
            <a:fillRect/>
          </a:stretch>
        </p:blipFill>
        <p:spPr>
          <a:xfrm>
            <a:off x="2328034" y="1567517"/>
            <a:ext cx="7096703" cy="1979452"/>
          </a:xfrm>
          <a:prstGeom prst="rect">
            <a:avLst/>
          </a:prstGeom>
          <a:ln>
            <a:solidFill>
              <a:schemeClr val="accent1"/>
            </a:solidFill>
          </a:ln>
        </p:spPr>
      </p:pic>
      <p:pic>
        <p:nvPicPr>
          <p:cNvPr id="10" name="Picture 9">
            <a:extLst>
              <a:ext uri="{FF2B5EF4-FFF2-40B4-BE49-F238E27FC236}">
                <a16:creationId xmlns:a16="http://schemas.microsoft.com/office/drawing/2014/main" id="{AFA10C1B-7D13-436A-526A-E2FC7E006103}"/>
              </a:ext>
            </a:extLst>
          </p:cNvPr>
          <p:cNvPicPr>
            <a:picLocks noChangeAspect="1"/>
          </p:cNvPicPr>
          <p:nvPr/>
        </p:nvPicPr>
        <p:blipFill>
          <a:blip r:embed="rId4"/>
          <a:stretch>
            <a:fillRect/>
          </a:stretch>
        </p:blipFill>
        <p:spPr>
          <a:xfrm>
            <a:off x="1297036" y="3665422"/>
            <a:ext cx="9046402" cy="2155766"/>
          </a:xfrm>
          <a:prstGeom prst="rect">
            <a:avLst/>
          </a:prstGeom>
          <a:ln>
            <a:solidFill>
              <a:schemeClr val="accent1"/>
            </a:solidFill>
          </a:ln>
        </p:spPr>
      </p:pic>
    </p:spTree>
    <p:extLst>
      <p:ext uri="{BB962C8B-B14F-4D97-AF65-F5344CB8AC3E}">
        <p14:creationId xmlns:p14="http://schemas.microsoft.com/office/powerpoint/2010/main" val="319574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8DB94-93FA-8257-04E4-3A6C7E2C4E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6CD835-6D14-DCD1-486F-BDB58E7CB5DB}"/>
              </a:ext>
            </a:extLst>
          </p:cNvPr>
          <p:cNvSpPr>
            <a:spLocks noGrp="1"/>
          </p:cNvSpPr>
          <p:nvPr>
            <p:ph type="title"/>
          </p:nvPr>
        </p:nvSpPr>
        <p:spPr>
          <a:xfrm>
            <a:off x="0" y="0"/>
            <a:ext cx="12192000" cy="618067"/>
          </a:xfrm>
        </p:spPr>
        <p:txBody>
          <a:bodyPr>
            <a:normAutofit/>
          </a:bodyPr>
          <a:lstStyle/>
          <a:p>
            <a:pPr algn="ctr"/>
            <a:r>
              <a:rPr lang="en-US" sz="3000" dirty="0">
                <a:solidFill>
                  <a:srgbClr val="0070C0"/>
                </a:solidFill>
              </a:rPr>
              <a:t>Khai </a:t>
            </a:r>
            <a:r>
              <a:rPr lang="en-US" sz="3000" dirty="0" err="1">
                <a:solidFill>
                  <a:srgbClr val="0070C0"/>
                </a:solidFill>
              </a:rPr>
              <a:t>báo</a:t>
            </a:r>
            <a:r>
              <a:rPr lang="en-US" sz="3000" dirty="0">
                <a:solidFill>
                  <a:srgbClr val="0070C0"/>
                </a:solidFill>
              </a:rPr>
              <a:t> </a:t>
            </a:r>
            <a:r>
              <a:rPr lang="en-US" sz="3000" dirty="0" err="1">
                <a:solidFill>
                  <a:srgbClr val="0070C0"/>
                </a:solidFill>
              </a:rPr>
              <a:t>thông</a:t>
            </a:r>
            <a:r>
              <a:rPr lang="en-US" sz="3000" dirty="0">
                <a:solidFill>
                  <a:srgbClr val="0070C0"/>
                </a:solidFill>
              </a:rPr>
              <a:t> tin </a:t>
            </a:r>
            <a:r>
              <a:rPr lang="en-US" sz="3000" dirty="0" err="1">
                <a:solidFill>
                  <a:srgbClr val="0070C0"/>
                </a:solidFill>
              </a:rPr>
              <a:t>chung</a:t>
            </a:r>
            <a:endParaRPr lang="en-US" sz="3000" dirty="0">
              <a:solidFill>
                <a:srgbClr val="0070C0"/>
              </a:solidFill>
            </a:endParaRPr>
          </a:p>
        </p:txBody>
      </p:sp>
      <p:sp>
        <p:nvSpPr>
          <p:cNvPr id="3" name="TextBox 2">
            <a:extLst>
              <a:ext uri="{FF2B5EF4-FFF2-40B4-BE49-F238E27FC236}">
                <a16:creationId xmlns:a16="http://schemas.microsoft.com/office/drawing/2014/main" id="{F5DEBF00-34D2-04F3-EE9C-DC634880C07B}"/>
              </a:ext>
            </a:extLst>
          </p:cNvPr>
          <p:cNvSpPr txBox="1"/>
          <p:nvPr/>
        </p:nvSpPr>
        <p:spPr>
          <a:xfrm>
            <a:off x="895182" y="618067"/>
            <a:ext cx="9810391" cy="338554"/>
          </a:xfrm>
          <a:prstGeom prst="rect">
            <a:avLst/>
          </a:prstGeom>
          <a:noFill/>
        </p:spPr>
        <p:txBody>
          <a:bodyPr wrap="square">
            <a:spAutoFit/>
          </a:bodyPr>
          <a:lstStyle/>
          <a:p>
            <a:pPr marL="285750" indent="-285750">
              <a:buFontTx/>
              <a:buChar char="-"/>
            </a:pPr>
            <a:r>
              <a:rPr lang="en-US" sz="1600" b="0" i="0" dirty="0">
                <a:solidFill>
                  <a:schemeClr val="tx2"/>
                </a:solidFill>
                <a:effectLst/>
                <a:latin typeface="Arial" panose="020B0604020202020204" pitchFamily="34" charset="0"/>
                <a:cs typeface="Arial" panose="020B0604020202020204" pitchFamily="34" charset="0"/>
              </a:rPr>
              <a:t>Sau </a:t>
            </a:r>
            <a:r>
              <a:rPr lang="en-US" sz="1600" b="0" i="0" dirty="0" err="1">
                <a:solidFill>
                  <a:schemeClr val="tx2"/>
                </a:solidFill>
                <a:effectLst/>
                <a:latin typeface="Arial" panose="020B0604020202020204" pitchFamily="34" charset="0"/>
                <a:cs typeface="Arial" panose="020B0604020202020204" pitchFamily="34" charset="0"/>
              </a:rPr>
              <a:t>khi</a:t>
            </a:r>
            <a:r>
              <a:rPr lang="en-US" sz="1600" b="0" i="0" dirty="0">
                <a:solidFill>
                  <a:schemeClr val="tx2"/>
                </a:solidFill>
                <a:effectLst/>
                <a:latin typeface="Arial" panose="020B0604020202020204" pitchFamily="34" charset="0"/>
                <a:cs typeface="Arial" panose="020B0604020202020204" pitchFamily="34" charset="0"/>
              </a:rPr>
              <a:t> Login </a:t>
            </a:r>
            <a:r>
              <a:rPr lang="en-US" sz="1600" b="0" i="0" dirty="0" err="1">
                <a:solidFill>
                  <a:schemeClr val="tx2"/>
                </a:solidFill>
                <a:effectLst/>
                <a:latin typeface="Arial" panose="020B0604020202020204" pitchFamily="34" charset="0"/>
                <a:cs typeface="Arial" panose="020B0604020202020204" pitchFamily="34" charset="0"/>
              </a:rPr>
              <a:t>lần</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đầu</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tiên</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sẽ</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xuất</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hiện</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giao</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diện</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cấu</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hình</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dạng</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hỏi</a:t>
            </a:r>
            <a:r>
              <a:rPr lang="en-US" sz="1600" b="0" i="0" dirty="0">
                <a:solidFill>
                  <a:schemeClr val="tx2"/>
                </a:solidFill>
                <a:effectLst/>
                <a:latin typeface="Arial" panose="020B0604020202020204" pitchFamily="34" charset="0"/>
                <a:cs typeface="Arial" panose="020B0604020202020204" pitchFamily="34" charset="0"/>
              </a:rPr>
              <a:t> </a:t>
            </a:r>
            <a:r>
              <a:rPr lang="en-US" sz="1600" b="0" i="0" dirty="0" err="1">
                <a:solidFill>
                  <a:schemeClr val="tx2"/>
                </a:solidFill>
                <a:effectLst/>
                <a:latin typeface="Arial" panose="020B0604020202020204" pitchFamily="34" charset="0"/>
                <a:cs typeface="Arial" panose="020B0604020202020204" pitchFamily="34" charset="0"/>
              </a:rPr>
              <a:t>đáp</a:t>
            </a:r>
            <a:r>
              <a:rPr lang="en-US" sz="1600" b="0" i="0" dirty="0">
                <a:solidFill>
                  <a:schemeClr val="tx2"/>
                </a:solidFill>
                <a:effectLst/>
                <a:latin typeface="Arial" panose="020B0604020202020204" pitchFamily="34" charset="0"/>
                <a:cs typeface="Arial" panose="020B0604020202020204" pitchFamily="34" charset="0"/>
              </a:rPr>
              <a:t> (Wizard).</a:t>
            </a:r>
          </a:p>
        </p:txBody>
      </p:sp>
      <p:pic>
        <p:nvPicPr>
          <p:cNvPr id="5" name="Picture 4">
            <a:extLst>
              <a:ext uri="{FF2B5EF4-FFF2-40B4-BE49-F238E27FC236}">
                <a16:creationId xmlns:a16="http://schemas.microsoft.com/office/drawing/2014/main" id="{20659DC8-6BA0-0A0C-D242-22D3DAEA5C93}"/>
              </a:ext>
            </a:extLst>
          </p:cNvPr>
          <p:cNvPicPr>
            <a:picLocks noChangeAspect="1"/>
          </p:cNvPicPr>
          <p:nvPr/>
        </p:nvPicPr>
        <p:blipFill>
          <a:blip r:embed="rId3"/>
          <a:stretch>
            <a:fillRect/>
          </a:stretch>
        </p:blipFill>
        <p:spPr>
          <a:xfrm>
            <a:off x="626725" y="1467075"/>
            <a:ext cx="2044700" cy="2726266"/>
          </a:xfrm>
          <a:prstGeom prst="rect">
            <a:avLst/>
          </a:prstGeom>
          <a:ln>
            <a:solidFill>
              <a:schemeClr val="accent1"/>
            </a:solidFill>
          </a:ln>
        </p:spPr>
      </p:pic>
      <p:pic>
        <p:nvPicPr>
          <p:cNvPr id="7" name="Picture 6">
            <a:extLst>
              <a:ext uri="{FF2B5EF4-FFF2-40B4-BE49-F238E27FC236}">
                <a16:creationId xmlns:a16="http://schemas.microsoft.com/office/drawing/2014/main" id="{974EABBE-3925-F0B0-72FA-F74712DE32D0}"/>
              </a:ext>
            </a:extLst>
          </p:cNvPr>
          <p:cNvPicPr>
            <a:picLocks noChangeAspect="1"/>
          </p:cNvPicPr>
          <p:nvPr/>
        </p:nvPicPr>
        <p:blipFill>
          <a:blip r:embed="rId4"/>
          <a:stretch>
            <a:fillRect/>
          </a:stretch>
        </p:blipFill>
        <p:spPr>
          <a:xfrm>
            <a:off x="3365230" y="1467075"/>
            <a:ext cx="2916802" cy="2554863"/>
          </a:xfrm>
          <a:prstGeom prst="rect">
            <a:avLst/>
          </a:prstGeom>
          <a:ln>
            <a:solidFill>
              <a:schemeClr val="accent1"/>
            </a:solidFill>
          </a:ln>
        </p:spPr>
      </p:pic>
      <p:pic>
        <p:nvPicPr>
          <p:cNvPr id="9" name="Picture 8">
            <a:extLst>
              <a:ext uri="{FF2B5EF4-FFF2-40B4-BE49-F238E27FC236}">
                <a16:creationId xmlns:a16="http://schemas.microsoft.com/office/drawing/2014/main" id="{7DE6F9AE-C272-A170-C3CE-5735CC9F4ADE}"/>
              </a:ext>
            </a:extLst>
          </p:cNvPr>
          <p:cNvPicPr>
            <a:picLocks noChangeAspect="1"/>
          </p:cNvPicPr>
          <p:nvPr/>
        </p:nvPicPr>
        <p:blipFill>
          <a:blip r:embed="rId5"/>
          <a:stretch>
            <a:fillRect/>
          </a:stretch>
        </p:blipFill>
        <p:spPr>
          <a:xfrm>
            <a:off x="6975837" y="1236134"/>
            <a:ext cx="3729736" cy="4084949"/>
          </a:xfrm>
          <a:prstGeom prst="rect">
            <a:avLst/>
          </a:prstGeom>
          <a:ln>
            <a:solidFill>
              <a:schemeClr val="accent1"/>
            </a:solidFill>
          </a:ln>
        </p:spPr>
      </p:pic>
    </p:spTree>
    <p:extLst>
      <p:ext uri="{BB962C8B-B14F-4D97-AF65-F5344CB8AC3E}">
        <p14:creationId xmlns:p14="http://schemas.microsoft.com/office/powerpoint/2010/main" val="119852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3141D-ADFF-9873-7841-6EE8B8D44C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D59E42-43FB-5492-665D-998E7CB8D295}"/>
              </a:ext>
            </a:extLst>
          </p:cNvPr>
          <p:cNvSpPr>
            <a:spLocks noGrp="1"/>
          </p:cNvSpPr>
          <p:nvPr>
            <p:ph type="title"/>
          </p:nvPr>
        </p:nvSpPr>
        <p:spPr>
          <a:xfrm>
            <a:off x="0" y="0"/>
            <a:ext cx="12192000" cy="618067"/>
          </a:xfrm>
        </p:spPr>
        <p:txBody>
          <a:bodyPr>
            <a:normAutofit/>
          </a:bodyPr>
          <a:lstStyle/>
          <a:p>
            <a:pPr algn="ctr"/>
            <a:r>
              <a:rPr lang="en-US" sz="3000" dirty="0" err="1">
                <a:solidFill>
                  <a:srgbClr val="0070C0"/>
                </a:solidFill>
              </a:rPr>
              <a:t>Quản</a:t>
            </a:r>
            <a:r>
              <a:rPr lang="en-US" sz="3000" dirty="0">
                <a:solidFill>
                  <a:srgbClr val="0070C0"/>
                </a:solidFill>
              </a:rPr>
              <a:t> </a:t>
            </a:r>
            <a:r>
              <a:rPr lang="en-US" sz="3000" dirty="0" err="1">
                <a:solidFill>
                  <a:srgbClr val="0070C0"/>
                </a:solidFill>
              </a:rPr>
              <a:t>lý</a:t>
            </a:r>
            <a:r>
              <a:rPr lang="en-US" sz="3000" dirty="0">
                <a:solidFill>
                  <a:srgbClr val="0070C0"/>
                </a:solidFill>
              </a:rPr>
              <a:t> User </a:t>
            </a:r>
            <a:r>
              <a:rPr lang="en-US" sz="3000" dirty="0" err="1">
                <a:solidFill>
                  <a:srgbClr val="0070C0"/>
                </a:solidFill>
              </a:rPr>
              <a:t>và</a:t>
            </a:r>
            <a:r>
              <a:rPr lang="en-US" sz="3000" dirty="0">
                <a:solidFill>
                  <a:srgbClr val="0070C0"/>
                </a:solidFill>
              </a:rPr>
              <a:t> Group</a:t>
            </a:r>
          </a:p>
        </p:txBody>
      </p:sp>
      <p:sp>
        <p:nvSpPr>
          <p:cNvPr id="3" name="TextBox 2">
            <a:extLst>
              <a:ext uri="{FF2B5EF4-FFF2-40B4-BE49-F238E27FC236}">
                <a16:creationId xmlns:a16="http://schemas.microsoft.com/office/drawing/2014/main" id="{B8F9BBFA-1E3A-0AAA-7AE7-0023D79821D3}"/>
              </a:ext>
            </a:extLst>
          </p:cNvPr>
          <p:cNvSpPr txBox="1"/>
          <p:nvPr/>
        </p:nvSpPr>
        <p:spPr>
          <a:xfrm>
            <a:off x="895182" y="618067"/>
            <a:ext cx="9810391" cy="338554"/>
          </a:xfrm>
          <a:prstGeom prst="rect">
            <a:avLst/>
          </a:prstGeom>
          <a:noFill/>
        </p:spPr>
        <p:txBody>
          <a:bodyPr wrap="square">
            <a:spAutoFit/>
          </a:bodyPr>
          <a:lstStyle/>
          <a:p>
            <a:pPr marL="285750" indent="-285750">
              <a:buFontTx/>
              <a:buChar char="-"/>
            </a:pPr>
            <a:r>
              <a:rPr lang="en-US" sz="1600" dirty="0" err="1">
                <a:solidFill>
                  <a:schemeClr val="tx2"/>
                </a:solidFill>
                <a:latin typeface="Arial" panose="020B0604020202020204" pitchFamily="34" charset="0"/>
                <a:cs typeface="Arial" panose="020B0604020202020204" pitchFamily="34" charset="0"/>
              </a:rPr>
              <a:t>Để</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tạo</a:t>
            </a:r>
            <a:r>
              <a:rPr lang="en-US" sz="1600" dirty="0">
                <a:solidFill>
                  <a:schemeClr val="tx2"/>
                </a:solidFill>
                <a:latin typeface="Arial" panose="020B0604020202020204" pitchFamily="34" charset="0"/>
                <a:cs typeface="Arial" panose="020B0604020202020204" pitchFamily="34" charset="0"/>
              </a:rPr>
              <a:t>  User </a:t>
            </a:r>
            <a:r>
              <a:rPr lang="en-US" sz="1600" dirty="0" err="1">
                <a:solidFill>
                  <a:schemeClr val="tx2"/>
                </a:solidFill>
                <a:latin typeface="Arial" panose="020B0604020202020204" pitchFamily="34" charset="0"/>
                <a:cs typeface="Arial" panose="020B0604020202020204" pitchFamily="34" charset="0"/>
              </a:rPr>
              <a:t>và</a:t>
            </a:r>
            <a:r>
              <a:rPr lang="en-US" sz="1600" dirty="0">
                <a:solidFill>
                  <a:schemeClr val="tx2"/>
                </a:solidFill>
                <a:latin typeface="Arial" panose="020B0604020202020204" pitchFamily="34" charset="0"/>
                <a:cs typeface="Arial" panose="020B0604020202020204" pitchFamily="34" charset="0"/>
              </a:rPr>
              <a:t> Group </a:t>
            </a:r>
            <a:r>
              <a:rPr lang="en-US" sz="1600" dirty="0" err="1">
                <a:solidFill>
                  <a:schemeClr val="tx2"/>
                </a:solidFill>
                <a:latin typeface="Arial" panose="020B0604020202020204" pitchFamily="34" charset="0"/>
                <a:cs typeface="Arial" panose="020B0604020202020204" pitchFamily="34" charset="0"/>
              </a:rPr>
              <a:t>chọn</a:t>
            </a:r>
            <a:r>
              <a:rPr lang="en-US" sz="1600" b="0" i="0" dirty="0">
                <a:solidFill>
                  <a:schemeClr val="tx2"/>
                </a:solidFill>
                <a:effectLst/>
                <a:latin typeface="Arial" panose="020B0604020202020204" pitchFamily="34" charset="0"/>
                <a:cs typeface="Arial" panose="020B0604020202020204" pitchFamily="34" charset="0"/>
              </a:rPr>
              <a:t> Menu: System </a:t>
            </a:r>
            <a:r>
              <a:rPr lang="en-US" sz="1600" b="0" i="0" dirty="0">
                <a:solidFill>
                  <a:schemeClr val="tx2"/>
                </a:solidFill>
                <a:effectLst/>
                <a:latin typeface="Arial" panose="020B0604020202020204" pitchFamily="34" charset="0"/>
                <a:cs typeface="Arial" panose="020B0604020202020204" pitchFamily="34" charset="0"/>
                <a:sym typeface="Wingdings" panose="05000000000000000000" pitchFamily="2" charset="2"/>
              </a:rPr>
              <a:t> User Manager</a:t>
            </a:r>
            <a:endParaRPr lang="en-US" sz="1600" b="0" i="0" dirty="0">
              <a:solidFill>
                <a:schemeClr val="tx2"/>
              </a:solidFill>
              <a:effectLst/>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3A0C1942-A1B8-EE15-132A-9C289C51A660}"/>
              </a:ext>
            </a:extLst>
          </p:cNvPr>
          <p:cNvPicPr>
            <a:picLocks noChangeAspect="1"/>
          </p:cNvPicPr>
          <p:nvPr/>
        </p:nvPicPr>
        <p:blipFill>
          <a:blip r:embed="rId3"/>
          <a:stretch>
            <a:fillRect/>
          </a:stretch>
        </p:blipFill>
        <p:spPr>
          <a:xfrm>
            <a:off x="5724604" y="3258766"/>
            <a:ext cx="4980969" cy="2702270"/>
          </a:xfrm>
          <a:prstGeom prst="rect">
            <a:avLst/>
          </a:prstGeom>
          <a:ln>
            <a:solidFill>
              <a:schemeClr val="accent1"/>
            </a:solidFill>
          </a:ln>
        </p:spPr>
      </p:pic>
      <p:pic>
        <p:nvPicPr>
          <p:cNvPr id="10" name="Picture 9">
            <a:extLst>
              <a:ext uri="{FF2B5EF4-FFF2-40B4-BE49-F238E27FC236}">
                <a16:creationId xmlns:a16="http://schemas.microsoft.com/office/drawing/2014/main" id="{63A1BEFB-8536-DF77-8354-08B3AB7BAEEB}"/>
              </a:ext>
            </a:extLst>
          </p:cNvPr>
          <p:cNvPicPr>
            <a:picLocks noChangeAspect="1"/>
          </p:cNvPicPr>
          <p:nvPr/>
        </p:nvPicPr>
        <p:blipFill>
          <a:blip r:embed="rId4"/>
          <a:stretch>
            <a:fillRect/>
          </a:stretch>
        </p:blipFill>
        <p:spPr>
          <a:xfrm>
            <a:off x="3818020" y="1037808"/>
            <a:ext cx="8130493" cy="2011435"/>
          </a:xfrm>
          <a:prstGeom prst="rect">
            <a:avLst/>
          </a:prstGeom>
          <a:ln>
            <a:solidFill>
              <a:schemeClr val="accent1"/>
            </a:solidFill>
          </a:ln>
        </p:spPr>
      </p:pic>
      <p:pic>
        <p:nvPicPr>
          <p:cNvPr id="12" name="Picture 11">
            <a:extLst>
              <a:ext uri="{FF2B5EF4-FFF2-40B4-BE49-F238E27FC236}">
                <a16:creationId xmlns:a16="http://schemas.microsoft.com/office/drawing/2014/main" id="{B03F0A8C-A709-CE7E-EEBE-69995E2C30B6}"/>
              </a:ext>
            </a:extLst>
          </p:cNvPr>
          <p:cNvPicPr>
            <a:picLocks noChangeAspect="1"/>
          </p:cNvPicPr>
          <p:nvPr/>
        </p:nvPicPr>
        <p:blipFill>
          <a:blip r:embed="rId5"/>
          <a:stretch>
            <a:fillRect/>
          </a:stretch>
        </p:blipFill>
        <p:spPr>
          <a:xfrm>
            <a:off x="895182" y="1673883"/>
            <a:ext cx="2255043" cy="3169765"/>
          </a:xfrm>
          <a:prstGeom prst="rect">
            <a:avLst/>
          </a:prstGeom>
          <a:ln>
            <a:solidFill>
              <a:schemeClr val="accent1"/>
            </a:solidFill>
          </a:ln>
        </p:spPr>
      </p:pic>
    </p:spTree>
    <p:extLst>
      <p:ext uri="{BB962C8B-B14F-4D97-AF65-F5344CB8AC3E}">
        <p14:creationId xmlns:p14="http://schemas.microsoft.com/office/powerpoint/2010/main" val="4268110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A65A3-766D-5BF8-AD76-48B9A5F6E8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59F55D-99BF-F51D-BA60-82088A96F31D}"/>
              </a:ext>
            </a:extLst>
          </p:cNvPr>
          <p:cNvSpPr>
            <a:spLocks noGrp="1"/>
          </p:cNvSpPr>
          <p:nvPr>
            <p:ph type="title"/>
          </p:nvPr>
        </p:nvSpPr>
        <p:spPr>
          <a:xfrm>
            <a:off x="0" y="0"/>
            <a:ext cx="12192000" cy="618067"/>
          </a:xfrm>
        </p:spPr>
        <p:txBody>
          <a:bodyPr>
            <a:normAutofit/>
          </a:bodyPr>
          <a:lstStyle/>
          <a:p>
            <a:pPr algn="ctr"/>
            <a:r>
              <a:rPr lang="en-US" sz="3000" dirty="0" err="1">
                <a:solidFill>
                  <a:srgbClr val="0070C0"/>
                </a:solidFill>
              </a:rPr>
              <a:t>Quản</a:t>
            </a:r>
            <a:r>
              <a:rPr lang="en-US" sz="3000" dirty="0">
                <a:solidFill>
                  <a:srgbClr val="0070C0"/>
                </a:solidFill>
              </a:rPr>
              <a:t> </a:t>
            </a:r>
            <a:r>
              <a:rPr lang="en-US" sz="3000" dirty="0" err="1">
                <a:solidFill>
                  <a:srgbClr val="0070C0"/>
                </a:solidFill>
              </a:rPr>
              <a:t>lý</a:t>
            </a:r>
            <a:r>
              <a:rPr lang="en-US" sz="3000" dirty="0">
                <a:solidFill>
                  <a:srgbClr val="0070C0"/>
                </a:solidFill>
              </a:rPr>
              <a:t> User </a:t>
            </a:r>
            <a:r>
              <a:rPr lang="en-US" sz="3000" dirty="0" err="1">
                <a:solidFill>
                  <a:srgbClr val="0070C0"/>
                </a:solidFill>
              </a:rPr>
              <a:t>và</a:t>
            </a:r>
            <a:r>
              <a:rPr lang="en-US" sz="3000" dirty="0">
                <a:solidFill>
                  <a:srgbClr val="0070C0"/>
                </a:solidFill>
              </a:rPr>
              <a:t> Group (</a:t>
            </a:r>
            <a:r>
              <a:rPr lang="en-US" sz="3000" dirty="0" err="1">
                <a:solidFill>
                  <a:srgbClr val="0070C0"/>
                </a:solidFill>
              </a:rPr>
              <a:t>tt</a:t>
            </a:r>
            <a:r>
              <a:rPr lang="en-US" sz="3000" dirty="0">
                <a:solidFill>
                  <a:srgbClr val="0070C0"/>
                </a:solidFill>
              </a:rPr>
              <a:t>)</a:t>
            </a:r>
          </a:p>
        </p:txBody>
      </p:sp>
      <p:pic>
        <p:nvPicPr>
          <p:cNvPr id="5" name="Picture 4">
            <a:extLst>
              <a:ext uri="{FF2B5EF4-FFF2-40B4-BE49-F238E27FC236}">
                <a16:creationId xmlns:a16="http://schemas.microsoft.com/office/drawing/2014/main" id="{2F0691C2-1C4E-06E1-8F33-A34E30A434D7}"/>
              </a:ext>
            </a:extLst>
          </p:cNvPr>
          <p:cNvPicPr>
            <a:picLocks noChangeAspect="1"/>
          </p:cNvPicPr>
          <p:nvPr/>
        </p:nvPicPr>
        <p:blipFill>
          <a:blip r:embed="rId3"/>
          <a:stretch>
            <a:fillRect/>
          </a:stretch>
        </p:blipFill>
        <p:spPr>
          <a:xfrm>
            <a:off x="1668377" y="603486"/>
            <a:ext cx="8323719" cy="2247927"/>
          </a:xfrm>
          <a:prstGeom prst="rect">
            <a:avLst/>
          </a:prstGeom>
          <a:ln>
            <a:solidFill>
              <a:schemeClr val="accent1"/>
            </a:solidFill>
          </a:ln>
        </p:spPr>
      </p:pic>
      <p:pic>
        <p:nvPicPr>
          <p:cNvPr id="11" name="Picture 10">
            <a:extLst>
              <a:ext uri="{FF2B5EF4-FFF2-40B4-BE49-F238E27FC236}">
                <a16:creationId xmlns:a16="http://schemas.microsoft.com/office/drawing/2014/main" id="{986BEA9D-803F-3221-3CD1-6EAE113316A4}"/>
              </a:ext>
            </a:extLst>
          </p:cNvPr>
          <p:cNvPicPr>
            <a:picLocks noChangeAspect="1"/>
          </p:cNvPicPr>
          <p:nvPr/>
        </p:nvPicPr>
        <p:blipFill>
          <a:blip r:embed="rId4"/>
          <a:stretch>
            <a:fillRect/>
          </a:stretch>
        </p:blipFill>
        <p:spPr>
          <a:xfrm>
            <a:off x="2928693" y="2951747"/>
            <a:ext cx="6158149" cy="3737812"/>
          </a:xfrm>
          <a:prstGeom prst="rect">
            <a:avLst/>
          </a:prstGeom>
          <a:ln>
            <a:solidFill>
              <a:schemeClr val="accent1"/>
            </a:solidFill>
          </a:ln>
        </p:spPr>
      </p:pic>
    </p:spTree>
    <p:extLst>
      <p:ext uri="{BB962C8B-B14F-4D97-AF65-F5344CB8AC3E}">
        <p14:creationId xmlns:p14="http://schemas.microsoft.com/office/powerpoint/2010/main" val="3716503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D8470-5C60-2F96-15B2-3DED19F0DC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BE2587-7D6B-122A-D2E5-57074963F04A}"/>
              </a:ext>
            </a:extLst>
          </p:cNvPr>
          <p:cNvSpPr>
            <a:spLocks noGrp="1"/>
          </p:cNvSpPr>
          <p:nvPr>
            <p:ph type="title"/>
          </p:nvPr>
        </p:nvSpPr>
        <p:spPr>
          <a:xfrm>
            <a:off x="0" y="0"/>
            <a:ext cx="12192000" cy="618067"/>
          </a:xfrm>
        </p:spPr>
        <p:txBody>
          <a:bodyPr>
            <a:normAutofit/>
          </a:bodyPr>
          <a:lstStyle/>
          <a:p>
            <a:pPr algn="ctr"/>
            <a:r>
              <a:rPr lang="en-US" sz="3000" dirty="0">
                <a:solidFill>
                  <a:srgbClr val="0070C0"/>
                </a:solidFill>
              </a:rPr>
              <a:t>Khai </a:t>
            </a:r>
            <a:r>
              <a:rPr lang="en-US" sz="3000" dirty="0" err="1">
                <a:solidFill>
                  <a:srgbClr val="0070C0"/>
                </a:solidFill>
              </a:rPr>
              <a:t>báo</a:t>
            </a:r>
            <a:r>
              <a:rPr lang="en-US" sz="3000" dirty="0">
                <a:solidFill>
                  <a:srgbClr val="0070C0"/>
                </a:solidFill>
              </a:rPr>
              <a:t> Interface</a:t>
            </a:r>
          </a:p>
        </p:txBody>
      </p:sp>
      <p:pic>
        <p:nvPicPr>
          <p:cNvPr id="7" name="Picture 6">
            <a:extLst>
              <a:ext uri="{FF2B5EF4-FFF2-40B4-BE49-F238E27FC236}">
                <a16:creationId xmlns:a16="http://schemas.microsoft.com/office/drawing/2014/main" id="{3286CBE7-EA6B-3F25-90D8-B0C5D20D46FC}"/>
              </a:ext>
            </a:extLst>
          </p:cNvPr>
          <p:cNvPicPr>
            <a:picLocks noChangeAspect="1"/>
          </p:cNvPicPr>
          <p:nvPr/>
        </p:nvPicPr>
        <p:blipFill>
          <a:blip r:embed="rId3"/>
          <a:stretch>
            <a:fillRect/>
          </a:stretch>
        </p:blipFill>
        <p:spPr>
          <a:xfrm>
            <a:off x="2476232" y="618067"/>
            <a:ext cx="4530906" cy="3064519"/>
          </a:xfrm>
          <a:prstGeom prst="rect">
            <a:avLst/>
          </a:prstGeom>
          <a:ln>
            <a:solidFill>
              <a:schemeClr val="accent1"/>
            </a:solidFill>
          </a:ln>
        </p:spPr>
      </p:pic>
      <p:pic>
        <p:nvPicPr>
          <p:cNvPr id="9" name="Picture 8">
            <a:extLst>
              <a:ext uri="{FF2B5EF4-FFF2-40B4-BE49-F238E27FC236}">
                <a16:creationId xmlns:a16="http://schemas.microsoft.com/office/drawing/2014/main" id="{A825E20E-79BA-4B8B-6241-97DEF92A84A3}"/>
              </a:ext>
            </a:extLst>
          </p:cNvPr>
          <p:cNvPicPr>
            <a:picLocks noChangeAspect="1"/>
          </p:cNvPicPr>
          <p:nvPr/>
        </p:nvPicPr>
        <p:blipFill>
          <a:blip r:embed="rId4"/>
          <a:stretch>
            <a:fillRect/>
          </a:stretch>
        </p:blipFill>
        <p:spPr>
          <a:xfrm>
            <a:off x="416810" y="816266"/>
            <a:ext cx="1973751" cy="1760373"/>
          </a:xfrm>
          <a:prstGeom prst="rect">
            <a:avLst/>
          </a:prstGeom>
          <a:ln>
            <a:solidFill>
              <a:schemeClr val="accent1"/>
            </a:solidFill>
          </a:ln>
        </p:spPr>
      </p:pic>
      <p:pic>
        <p:nvPicPr>
          <p:cNvPr id="12" name="Picture 11">
            <a:extLst>
              <a:ext uri="{FF2B5EF4-FFF2-40B4-BE49-F238E27FC236}">
                <a16:creationId xmlns:a16="http://schemas.microsoft.com/office/drawing/2014/main" id="{CA129E99-843A-2912-73CE-ACCA926AA25D}"/>
              </a:ext>
            </a:extLst>
          </p:cNvPr>
          <p:cNvPicPr>
            <a:picLocks noChangeAspect="1"/>
          </p:cNvPicPr>
          <p:nvPr/>
        </p:nvPicPr>
        <p:blipFill>
          <a:blip r:embed="rId5"/>
          <a:stretch>
            <a:fillRect/>
          </a:stretch>
        </p:blipFill>
        <p:spPr>
          <a:xfrm>
            <a:off x="7644252" y="714501"/>
            <a:ext cx="4355243" cy="2292947"/>
          </a:xfrm>
          <a:prstGeom prst="rect">
            <a:avLst/>
          </a:prstGeom>
          <a:ln>
            <a:solidFill>
              <a:schemeClr val="accent1"/>
            </a:solidFill>
          </a:ln>
        </p:spPr>
      </p:pic>
      <p:pic>
        <p:nvPicPr>
          <p:cNvPr id="16" name="Picture 15">
            <a:extLst>
              <a:ext uri="{FF2B5EF4-FFF2-40B4-BE49-F238E27FC236}">
                <a16:creationId xmlns:a16="http://schemas.microsoft.com/office/drawing/2014/main" id="{21385790-FCF6-F117-C910-14DB704EBD62}"/>
              </a:ext>
            </a:extLst>
          </p:cNvPr>
          <p:cNvPicPr>
            <a:picLocks noChangeAspect="1"/>
          </p:cNvPicPr>
          <p:nvPr/>
        </p:nvPicPr>
        <p:blipFill>
          <a:blip r:embed="rId6"/>
          <a:stretch>
            <a:fillRect/>
          </a:stretch>
        </p:blipFill>
        <p:spPr>
          <a:xfrm>
            <a:off x="1403685" y="4076443"/>
            <a:ext cx="9647756" cy="1287892"/>
          </a:xfrm>
          <a:prstGeom prst="rect">
            <a:avLst/>
          </a:prstGeom>
          <a:ln>
            <a:solidFill>
              <a:schemeClr val="accent1"/>
            </a:solidFill>
          </a:ln>
        </p:spPr>
      </p:pic>
    </p:spTree>
    <p:extLst>
      <p:ext uri="{BB962C8B-B14F-4D97-AF65-F5344CB8AC3E}">
        <p14:creationId xmlns:p14="http://schemas.microsoft.com/office/powerpoint/2010/main" val="1492270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BDB84-E2E8-9B2C-EC74-93F64B3174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3C01EB-ED32-036D-913C-A8CDCD4B9511}"/>
              </a:ext>
            </a:extLst>
          </p:cNvPr>
          <p:cNvSpPr>
            <a:spLocks noGrp="1"/>
          </p:cNvSpPr>
          <p:nvPr>
            <p:ph type="title"/>
          </p:nvPr>
        </p:nvSpPr>
        <p:spPr>
          <a:xfrm>
            <a:off x="0" y="0"/>
            <a:ext cx="12192000" cy="618067"/>
          </a:xfrm>
        </p:spPr>
        <p:txBody>
          <a:bodyPr>
            <a:normAutofit/>
          </a:bodyPr>
          <a:lstStyle/>
          <a:p>
            <a:pPr algn="ctr"/>
            <a:r>
              <a:rPr lang="en-US" sz="3000" dirty="0" err="1">
                <a:solidFill>
                  <a:srgbClr val="0070C0"/>
                </a:solidFill>
              </a:rPr>
              <a:t>Cấu</a:t>
            </a:r>
            <a:r>
              <a:rPr lang="en-US" sz="3000" dirty="0">
                <a:solidFill>
                  <a:srgbClr val="0070C0"/>
                </a:solidFill>
              </a:rPr>
              <a:t> </a:t>
            </a:r>
            <a:r>
              <a:rPr lang="en-US" sz="3000" dirty="0" err="1">
                <a:solidFill>
                  <a:srgbClr val="0070C0"/>
                </a:solidFill>
              </a:rPr>
              <a:t>hình</a:t>
            </a:r>
            <a:r>
              <a:rPr lang="en-US" sz="3000" dirty="0">
                <a:solidFill>
                  <a:srgbClr val="0070C0"/>
                </a:solidFill>
              </a:rPr>
              <a:t> VLAN</a:t>
            </a:r>
          </a:p>
        </p:txBody>
      </p:sp>
      <p:pic>
        <p:nvPicPr>
          <p:cNvPr id="4" name="Picture 3">
            <a:extLst>
              <a:ext uri="{FF2B5EF4-FFF2-40B4-BE49-F238E27FC236}">
                <a16:creationId xmlns:a16="http://schemas.microsoft.com/office/drawing/2014/main" id="{D64E4D56-520F-F555-20DE-EE72964FA9B6}"/>
              </a:ext>
            </a:extLst>
          </p:cNvPr>
          <p:cNvPicPr>
            <a:picLocks noChangeAspect="1"/>
          </p:cNvPicPr>
          <p:nvPr/>
        </p:nvPicPr>
        <p:blipFill>
          <a:blip r:embed="rId3"/>
          <a:stretch>
            <a:fillRect/>
          </a:stretch>
        </p:blipFill>
        <p:spPr>
          <a:xfrm>
            <a:off x="3100469" y="688511"/>
            <a:ext cx="8530058" cy="1761121"/>
          </a:xfrm>
          <a:prstGeom prst="rect">
            <a:avLst/>
          </a:prstGeom>
        </p:spPr>
      </p:pic>
      <p:pic>
        <p:nvPicPr>
          <p:cNvPr id="6" name="Picture 5">
            <a:extLst>
              <a:ext uri="{FF2B5EF4-FFF2-40B4-BE49-F238E27FC236}">
                <a16:creationId xmlns:a16="http://schemas.microsoft.com/office/drawing/2014/main" id="{2655C591-3A6F-568A-B204-C06A2E3F361C}"/>
              </a:ext>
            </a:extLst>
          </p:cNvPr>
          <p:cNvPicPr>
            <a:picLocks noChangeAspect="1"/>
          </p:cNvPicPr>
          <p:nvPr/>
        </p:nvPicPr>
        <p:blipFill>
          <a:blip r:embed="rId4"/>
          <a:stretch>
            <a:fillRect/>
          </a:stretch>
        </p:blipFill>
        <p:spPr>
          <a:xfrm>
            <a:off x="834188" y="688511"/>
            <a:ext cx="1828685" cy="1695563"/>
          </a:xfrm>
          <a:prstGeom prst="rect">
            <a:avLst/>
          </a:prstGeom>
        </p:spPr>
      </p:pic>
      <p:pic>
        <p:nvPicPr>
          <p:cNvPr id="10" name="Picture 9">
            <a:extLst>
              <a:ext uri="{FF2B5EF4-FFF2-40B4-BE49-F238E27FC236}">
                <a16:creationId xmlns:a16="http://schemas.microsoft.com/office/drawing/2014/main" id="{AD1E8C4C-C383-6E88-D433-92B4CB4214C9}"/>
              </a:ext>
            </a:extLst>
          </p:cNvPr>
          <p:cNvPicPr>
            <a:picLocks noChangeAspect="1"/>
          </p:cNvPicPr>
          <p:nvPr/>
        </p:nvPicPr>
        <p:blipFill>
          <a:blip r:embed="rId5"/>
          <a:srcRect r="9550"/>
          <a:stretch/>
        </p:blipFill>
        <p:spPr>
          <a:xfrm>
            <a:off x="391633" y="2829217"/>
            <a:ext cx="3538683" cy="2504116"/>
          </a:xfrm>
          <a:prstGeom prst="rect">
            <a:avLst/>
          </a:prstGeom>
          <a:ln>
            <a:solidFill>
              <a:schemeClr val="accent1"/>
            </a:solidFill>
          </a:ln>
        </p:spPr>
      </p:pic>
      <p:pic>
        <p:nvPicPr>
          <p:cNvPr id="13" name="Picture 12">
            <a:extLst>
              <a:ext uri="{FF2B5EF4-FFF2-40B4-BE49-F238E27FC236}">
                <a16:creationId xmlns:a16="http://schemas.microsoft.com/office/drawing/2014/main" id="{983D88E3-30D5-3B3A-AEB9-3B5FCAF3C88E}"/>
              </a:ext>
            </a:extLst>
          </p:cNvPr>
          <p:cNvPicPr>
            <a:picLocks noChangeAspect="1"/>
          </p:cNvPicPr>
          <p:nvPr/>
        </p:nvPicPr>
        <p:blipFill>
          <a:blip r:embed="rId6"/>
          <a:stretch>
            <a:fillRect/>
          </a:stretch>
        </p:blipFill>
        <p:spPr>
          <a:xfrm>
            <a:off x="4875281" y="2829217"/>
            <a:ext cx="6410340" cy="866807"/>
          </a:xfrm>
          <a:prstGeom prst="rect">
            <a:avLst/>
          </a:prstGeom>
          <a:ln>
            <a:solidFill>
              <a:schemeClr val="accent1"/>
            </a:solidFill>
          </a:ln>
        </p:spPr>
      </p:pic>
      <p:pic>
        <p:nvPicPr>
          <p:cNvPr id="18" name="Picture 17">
            <a:extLst>
              <a:ext uri="{FF2B5EF4-FFF2-40B4-BE49-F238E27FC236}">
                <a16:creationId xmlns:a16="http://schemas.microsoft.com/office/drawing/2014/main" id="{34E0CF2A-20B8-34E3-5842-9E91739EB709}"/>
              </a:ext>
            </a:extLst>
          </p:cNvPr>
          <p:cNvPicPr>
            <a:picLocks noChangeAspect="1"/>
          </p:cNvPicPr>
          <p:nvPr/>
        </p:nvPicPr>
        <p:blipFill>
          <a:blip r:embed="rId7"/>
          <a:stretch>
            <a:fillRect/>
          </a:stretch>
        </p:blipFill>
        <p:spPr>
          <a:xfrm>
            <a:off x="4485945" y="4075609"/>
            <a:ext cx="7314422" cy="1598252"/>
          </a:xfrm>
          <a:prstGeom prst="rect">
            <a:avLst/>
          </a:prstGeom>
          <a:ln>
            <a:solidFill>
              <a:schemeClr val="accent1"/>
            </a:solidFill>
          </a:ln>
        </p:spPr>
      </p:pic>
      <p:pic>
        <p:nvPicPr>
          <p:cNvPr id="3" name="Picture 2">
            <a:extLst>
              <a:ext uri="{FF2B5EF4-FFF2-40B4-BE49-F238E27FC236}">
                <a16:creationId xmlns:a16="http://schemas.microsoft.com/office/drawing/2014/main" id="{092FFE0C-7D06-29AE-2BFF-ED774D52A1F5}"/>
              </a:ext>
            </a:extLst>
          </p:cNvPr>
          <p:cNvPicPr>
            <a:picLocks noChangeAspect="1"/>
          </p:cNvPicPr>
          <p:nvPr/>
        </p:nvPicPr>
        <p:blipFill>
          <a:blip r:embed="rId3"/>
          <a:stretch>
            <a:fillRect/>
          </a:stretch>
        </p:blipFill>
        <p:spPr>
          <a:xfrm>
            <a:off x="3124532" y="644106"/>
            <a:ext cx="8530058" cy="1761121"/>
          </a:xfrm>
          <a:prstGeom prst="rect">
            <a:avLst/>
          </a:prstGeom>
          <a:ln>
            <a:solidFill>
              <a:schemeClr val="accent1"/>
            </a:solidFill>
          </a:ln>
        </p:spPr>
      </p:pic>
      <p:pic>
        <p:nvPicPr>
          <p:cNvPr id="5" name="Picture 4">
            <a:extLst>
              <a:ext uri="{FF2B5EF4-FFF2-40B4-BE49-F238E27FC236}">
                <a16:creationId xmlns:a16="http://schemas.microsoft.com/office/drawing/2014/main" id="{4B7FFC8C-EA5B-5E72-521E-2AB88053F0D9}"/>
              </a:ext>
            </a:extLst>
          </p:cNvPr>
          <p:cNvPicPr>
            <a:picLocks noChangeAspect="1"/>
          </p:cNvPicPr>
          <p:nvPr/>
        </p:nvPicPr>
        <p:blipFill>
          <a:blip r:embed="rId4"/>
          <a:stretch>
            <a:fillRect/>
          </a:stretch>
        </p:blipFill>
        <p:spPr>
          <a:xfrm>
            <a:off x="858251" y="644106"/>
            <a:ext cx="1828685" cy="1695563"/>
          </a:xfrm>
          <a:prstGeom prst="rect">
            <a:avLst/>
          </a:prstGeom>
          <a:ln>
            <a:solidFill>
              <a:schemeClr val="accent1"/>
            </a:solidFill>
          </a:ln>
        </p:spPr>
      </p:pic>
    </p:spTree>
    <p:extLst>
      <p:ext uri="{BB962C8B-B14F-4D97-AF65-F5344CB8AC3E}">
        <p14:creationId xmlns:p14="http://schemas.microsoft.com/office/powerpoint/2010/main" val="2369293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329CB-3EB9-9AA1-DE0E-FB04F8ED2ED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2A47AED-08DA-F81F-9360-8551BB77E7D9}"/>
              </a:ext>
            </a:extLst>
          </p:cNvPr>
          <p:cNvSpPr txBox="1"/>
          <p:nvPr/>
        </p:nvSpPr>
        <p:spPr>
          <a:xfrm>
            <a:off x="2244306" y="2001329"/>
            <a:ext cx="7703388" cy="830997"/>
          </a:xfrm>
          <a:prstGeom prst="rect">
            <a:avLst/>
          </a:prstGeom>
          <a:noFill/>
        </p:spPr>
        <p:txBody>
          <a:bodyPr wrap="square" rtlCol="0">
            <a:spAutoFit/>
          </a:bodyPr>
          <a:lstStyle/>
          <a:p>
            <a:pPr algn="ctr"/>
            <a:r>
              <a:rPr lang="en-US" sz="2400" b="1" dirty="0">
                <a:solidFill>
                  <a:srgbClr val="0070C0"/>
                </a:solidFill>
              </a:rPr>
              <a:t>PHẦN 4</a:t>
            </a:r>
          </a:p>
          <a:p>
            <a:pPr algn="ctr"/>
            <a:r>
              <a:rPr lang="en-US" sz="2400" b="1" dirty="0">
                <a:solidFill>
                  <a:srgbClr val="0070C0"/>
                </a:solidFill>
              </a:rPr>
              <a:t>CẤU HÌNH FIREWALL RULE</a:t>
            </a:r>
          </a:p>
        </p:txBody>
      </p:sp>
    </p:spTree>
    <p:extLst>
      <p:ext uri="{BB962C8B-B14F-4D97-AF65-F5344CB8AC3E}">
        <p14:creationId xmlns:p14="http://schemas.microsoft.com/office/powerpoint/2010/main" val="3707479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BB321-9E40-2918-0964-9EEECC7BB3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124736-C6CF-AC07-5FB6-655F62A4ABD5}"/>
              </a:ext>
            </a:extLst>
          </p:cNvPr>
          <p:cNvSpPr>
            <a:spLocks noGrp="1"/>
          </p:cNvSpPr>
          <p:nvPr>
            <p:ph type="title"/>
          </p:nvPr>
        </p:nvSpPr>
        <p:spPr>
          <a:xfrm>
            <a:off x="0" y="0"/>
            <a:ext cx="12192000" cy="618067"/>
          </a:xfrm>
        </p:spPr>
        <p:txBody>
          <a:bodyPr>
            <a:normAutofit/>
          </a:bodyPr>
          <a:lstStyle/>
          <a:p>
            <a:pPr algn="ctr"/>
            <a:r>
              <a:rPr lang="en-US" sz="3000" dirty="0" err="1">
                <a:solidFill>
                  <a:srgbClr val="0070C0"/>
                </a:solidFill>
              </a:rPr>
              <a:t>Tạo</a:t>
            </a:r>
            <a:r>
              <a:rPr lang="en-US" sz="3000" dirty="0">
                <a:solidFill>
                  <a:srgbClr val="0070C0"/>
                </a:solidFill>
              </a:rPr>
              <a:t> Alias</a:t>
            </a:r>
          </a:p>
        </p:txBody>
      </p:sp>
      <p:sp>
        <p:nvSpPr>
          <p:cNvPr id="3" name="TextBox 2">
            <a:extLst>
              <a:ext uri="{FF2B5EF4-FFF2-40B4-BE49-F238E27FC236}">
                <a16:creationId xmlns:a16="http://schemas.microsoft.com/office/drawing/2014/main" id="{0B8494B3-852D-A166-A41E-34C6FE1EB544}"/>
              </a:ext>
            </a:extLst>
          </p:cNvPr>
          <p:cNvSpPr txBox="1"/>
          <p:nvPr/>
        </p:nvSpPr>
        <p:spPr>
          <a:xfrm>
            <a:off x="879140" y="618067"/>
            <a:ext cx="9810391" cy="584775"/>
          </a:xfrm>
          <a:prstGeom prst="rect">
            <a:avLst/>
          </a:prstGeom>
          <a:noFill/>
        </p:spPr>
        <p:txBody>
          <a:bodyPr wrap="square">
            <a:spAutoFit/>
          </a:bodyPr>
          <a:lstStyle/>
          <a:p>
            <a:pPr marL="285750" indent="-285750">
              <a:buFontTx/>
              <a:buChar char="-"/>
            </a:pPr>
            <a:r>
              <a:rPr lang="en-US" sz="1600" dirty="0">
                <a:solidFill>
                  <a:schemeClr val="tx2"/>
                </a:solidFill>
                <a:latin typeface="Arial" panose="020B0604020202020204" pitchFamily="34" charset="0"/>
                <a:cs typeface="Arial" panose="020B0604020202020204" pitchFamily="34" charset="0"/>
              </a:rPr>
              <a:t>Alias </a:t>
            </a:r>
            <a:r>
              <a:rPr lang="en-US" sz="1600" dirty="0" err="1">
                <a:solidFill>
                  <a:schemeClr val="tx2"/>
                </a:solidFill>
                <a:latin typeface="Arial" panose="020B0604020202020204" pitchFamily="34" charset="0"/>
                <a:cs typeface="Arial" panose="020B0604020202020204" pitchFamily="34" charset="0"/>
              </a:rPr>
              <a:t>là</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tên</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gọi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cho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một</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nhóm</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địa</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chỉ</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nhóm</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cổng</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dịch</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vụ</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hoặc</a:t>
            </a:r>
            <a:r>
              <a:rPr lang="en-US" sz="1600" dirty="0">
                <a:solidFill>
                  <a:schemeClr val="tx2"/>
                </a:solidFill>
                <a:latin typeface="Arial" panose="020B0604020202020204" pitchFamily="34" charset="0"/>
                <a:cs typeface="Arial" panose="020B0604020202020204" pitchFamily="34" charset="0"/>
              </a:rPr>
              <a:t> Website </a:t>
            </a:r>
            <a:r>
              <a:rPr lang="en-US" sz="1600" dirty="0" err="1">
                <a:solidFill>
                  <a:schemeClr val="tx2"/>
                </a:solidFill>
                <a:latin typeface="Arial" panose="020B0604020202020204" pitchFamily="34" charset="0"/>
                <a:cs typeface="Arial" panose="020B0604020202020204" pitchFamily="34" charset="0"/>
              </a:rPr>
              <a:t>giúp</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làm</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gọn</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khai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báo</a:t>
            </a:r>
            <a:r>
              <a:rPr lang="en-US" sz="1600" dirty="0">
                <a:solidFill>
                  <a:schemeClr val="tx2"/>
                </a:solidFill>
                <a:latin typeface="Arial" panose="020B0604020202020204" pitchFamily="34" charset="0"/>
                <a:cs typeface="Arial" panose="020B0604020202020204" pitchFamily="34" charset="0"/>
              </a:rPr>
              <a:t> Rule.</a:t>
            </a:r>
          </a:p>
          <a:p>
            <a:pPr marL="285750" indent="-285750">
              <a:buFontTx/>
              <a:buChar char="-"/>
            </a:pPr>
            <a:endParaRPr lang="en-US" sz="1600" b="0" i="0" dirty="0">
              <a:solidFill>
                <a:schemeClr val="tx2"/>
              </a:solidFill>
              <a:effectLst/>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98ECFC15-686E-FB58-E694-033DCC453677}"/>
              </a:ext>
            </a:extLst>
          </p:cNvPr>
          <p:cNvPicPr>
            <a:picLocks noChangeAspect="1"/>
          </p:cNvPicPr>
          <p:nvPr/>
        </p:nvPicPr>
        <p:blipFill>
          <a:blip r:embed="rId3"/>
          <a:stretch>
            <a:fillRect/>
          </a:stretch>
        </p:blipFill>
        <p:spPr>
          <a:xfrm>
            <a:off x="566449" y="1373530"/>
            <a:ext cx="1556339" cy="1733715"/>
          </a:xfrm>
          <a:prstGeom prst="rect">
            <a:avLst/>
          </a:prstGeom>
          <a:ln>
            <a:solidFill>
              <a:schemeClr val="accent1"/>
            </a:solidFill>
          </a:ln>
        </p:spPr>
      </p:pic>
      <p:pic>
        <p:nvPicPr>
          <p:cNvPr id="10" name="Picture 9">
            <a:extLst>
              <a:ext uri="{FF2B5EF4-FFF2-40B4-BE49-F238E27FC236}">
                <a16:creationId xmlns:a16="http://schemas.microsoft.com/office/drawing/2014/main" id="{3D2E8E1C-99D5-8DF8-84A2-BD30849E2928}"/>
              </a:ext>
            </a:extLst>
          </p:cNvPr>
          <p:cNvPicPr>
            <a:picLocks noChangeAspect="1"/>
          </p:cNvPicPr>
          <p:nvPr/>
        </p:nvPicPr>
        <p:blipFill>
          <a:blip r:embed="rId4"/>
          <a:stretch>
            <a:fillRect/>
          </a:stretch>
        </p:blipFill>
        <p:spPr>
          <a:xfrm>
            <a:off x="249353" y="3692020"/>
            <a:ext cx="2387423" cy="1477689"/>
          </a:xfrm>
          <a:prstGeom prst="rect">
            <a:avLst/>
          </a:prstGeom>
          <a:ln>
            <a:solidFill>
              <a:schemeClr val="accent1"/>
            </a:solidFill>
          </a:ln>
        </p:spPr>
      </p:pic>
      <p:pic>
        <p:nvPicPr>
          <p:cNvPr id="16" name="Picture 15">
            <a:extLst>
              <a:ext uri="{FF2B5EF4-FFF2-40B4-BE49-F238E27FC236}">
                <a16:creationId xmlns:a16="http://schemas.microsoft.com/office/drawing/2014/main" id="{48E02E84-18FF-DE9D-434E-C2874A9936A0}"/>
              </a:ext>
            </a:extLst>
          </p:cNvPr>
          <p:cNvPicPr>
            <a:picLocks noChangeAspect="1"/>
          </p:cNvPicPr>
          <p:nvPr/>
        </p:nvPicPr>
        <p:blipFill>
          <a:blip r:embed="rId5"/>
          <a:stretch>
            <a:fillRect/>
          </a:stretch>
        </p:blipFill>
        <p:spPr>
          <a:xfrm>
            <a:off x="6735867" y="1553945"/>
            <a:ext cx="5081633" cy="3377649"/>
          </a:xfrm>
          <a:prstGeom prst="rect">
            <a:avLst/>
          </a:prstGeom>
          <a:ln>
            <a:solidFill>
              <a:schemeClr val="accent1"/>
            </a:solidFill>
          </a:ln>
        </p:spPr>
      </p:pic>
      <p:pic>
        <p:nvPicPr>
          <p:cNvPr id="19" name="Picture 18">
            <a:extLst>
              <a:ext uri="{FF2B5EF4-FFF2-40B4-BE49-F238E27FC236}">
                <a16:creationId xmlns:a16="http://schemas.microsoft.com/office/drawing/2014/main" id="{EA912D71-61AF-1834-8481-C6FD7763FC10}"/>
              </a:ext>
            </a:extLst>
          </p:cNvPr>
          <p:cNvPicPr>
            <a:picLocks noChangeAspect="1"/>
          </p:cNvPicPr>
          <p:nvPr/>
        </p:nvPicPr>
        <p:blipFill>
          <a:blip r:embed="rId6"/>
          <a:stretch>
            <a:fillRect/>
          </a:stretch>
        </p:blipFill>
        <p:spPr>
          <a:xfrm>
            <a:off x="2915316" y="1401349"/>
            <a:ext cx="3256252" cy="3545303"/>
          </a:xfrm>
          <a:prstGeom prst="rect">
            <a:avLst/>
          </a:prstGeom>
          <a:ln>
            <a:solidFill>
              <a:schemeClr val="accent1"/>
            </a:solidFill>
          </a:ln>
        </p:spPr>
      </p:pic>
    </p:spTree>
    <p:extLst>
      <p:ext uri="{BB962C8B-B14F-4D97-AF65-F5344CB8AC3E}">
        <p14:creationId xmlns:p14="http://schemas.microsoft.com/office/powerpoint/2010/main" val="3967047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FCF31-5B92-7F2D-A4EB-36A002C5A5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B0EE51-4AAD-1501-ADF2-54569F17B370}"/>
              </a:ext>
            </a:extLst>
          </p:cNvPr>
          <p:cNvSpPr>
            <a:spLocks noGrp="1"/>
          </p:cNvSpPr>
          <p:nvPr>
            <p:ph type="title"/>
          </p:nvPr>
        </p:nvSpPr>
        <p:spPr>
          <a:xfrm>
            <a:off x="0" y="0"/>
            <a:ext cx="12192000" cy="618067"/>
          </a:xfrm>
        </p:spPr>
        <p:txBody>
          <a:bodyPr>
            <a:normAutofit/>
          </a:bodyPr>
          <a:lstStyle/>
          <a:p>
            <a:pPr algn="ctr"/>
            <a:r>
              <a:rPr lang="en-US" sz="3000" dirty="0" err="1">
                <a:solidFill>
                  <a:srgbClr val="0070C0"/>
                </a:solidFill>
              </a:rPr>
              <a:t>Tạo</a:t>
            </a:r>
            <a:r>
              <a:rPr lang="en-US" sz="3000" dirty="0">
                <a:solidFill>
                  <a:srgbClr val="0070C0"/>
                </a:solidFill>
              </a:rPr>
              <a:t> Firewall Rule</a:t>
            </a:r>
          </a:p>
        </p:txBody>
      </p:sp>
      <p:sp>
        <p:nvSpPr>
          <p:cNvPr id="3" name="TextBox 2">
            <a:extLst>
              <a:ext uri="{FF2B5EF4-FFF2-40B4-BE49-F238E27FC236}">
                <a16:creationId xmlns:a16="http://schemas.microsoft.com/office/drawing/2014/main" id="{77905546-4B1F-F20B-18B4-B03554E9911F}"/>
              </a:ext>
            </a:extLst>
          </p:cNvPr>
          <p:cNvSpPr txBox="1"/>
          <p:nvPr/>
        </p:nvSpPr>
        <p:spPr>
          <a:xfrm>
            <a:off x="879140" y="618067"/>
            <a:ext cx="9989386" cy="584775"/>
          </a:xfrm>
          <a:prstGeom prst="rect">
            <a:avLst/>
          </a:prstGeom>
          <a:noFill/>
        </p:spPr>
        <p:txBody>
          <a:bodyPr wrap="square">
            <a:spAutoFit/>
          </a:bodyPr>
          <a:lstStyle/>
          <a:p>
            <a:pPr marL="285750" indent="-285750">
              <a:buFontTx/>
              <a:buChar char="-"/>
            </a:pPr>
            <a:r>
              <a:rPr lang="en-US" sz="1600" dirty="0">
                <a:solidFill>
                  <a:schemeClr val="tx2"/>
                </a:solidFill>
                <a:latin typeface="Arial" panose="020B0604020202020204" pitchFamily="34" charset="0"/>
                <a:cs typeface="Arial" panose="020B0604020202020204" pitchFamily="34" charset="0"/>
              </a:rPr>
              <a:t>Rule </a:t>
            </a:r>
            <a:r>
              <a:rPr lang="en-US" sz="1600" dirty="0" err="1">
                <a:solidFill>
                  <a:schemeClr val="tx2"/>
                </a:solidFill>
                <a:latin typeface="Arial" panose="020B0604020202020204" pitchFamily="34" charset="0"/>
                <a:cs typeface="Arial" panose="020B0604020202020204" pitchFamily="34" charset="0"/>
              </a:rPr>
              <a:t>được</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khai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báo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cho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từng</a:t>
            </a:r>
            <a:r>
              <a:rPr lang="en-US" sz="1600" dirty="0">
                <a:solidFill>
                  <a:schemeClr val="tx2"/>
                </a:solidFill>
                <a:latin typeface="Arial" panose="020B0604020202020204" pitchFamily="34" charset="0"/>
                <a:cs typeface="Arial" panose="020B0604020202020204" pitchFamily="34" charset="0"/>
              </a:rPr>
              <a:t> Interface, </a:t>
            </a:r>
            <a:r>
              <a:rPr lang="en-US" sz="1600" dirty="0" err="1">
                <a:solidFill>
                  <a:schemeClr val="tx2"/>
                </a:solidFill>
                <a:latin typeface="Arial" panose="020B0604020202020204" pitchFamily="34" charset="0"/>
                <a:cs typeface="Arial" panose="020B0604020202020204" pitchFamily="34" charset="0"/>
              </a:rPr>
              <a:t>những</a:t>
            </a:r>
            <a:r>
              <a:rPr lang="en-US" sz="1600" dirty="0">
                <a:solidFill>
                  <a:schemeClr val="tx2"/>
                </a:solidFill>
                <a:latin typeface="Arial" panose="020B0604020202020204" pitchFamily="34" charset="0"/>
                <a:cs typeface="Arial" panose="020B0604020202020204" pitchFamily="34" charset="0"/>
              </a:rPr>
              <a:t> Rule </a:t>
            </a:r>
            <a:r>
              <a:rPr lang="en-US" sz="1600" dirty="0" err="1">
                <a:solidFill>
                  <a:schemeClr val="tx2"/>
                </a:solidFill>
                <a:latin typeface="Arial" panose="020B0604020202020204" pitchFamily="34" charset="0"/>
                <a:cs typeface="Arial" panose="020B0604020202020204" pitchFamily="34" charset="0"/>
              </a:rPr>
              <a:t>khai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báo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tại</a:t>
            </a:r>
            <a:r>
              <a:rPr lang="en-US" sz="1600" dirty="0">
                <a:solidFill>
                  <a:schemeClr val="tx2"/>
                </a:solidFill>
                <a:latin typeface="Arial" panose="020B0604020202020204" pitchFamily="34" charset="0"/>
                <a:cs typeface="Arial" panose="020B0604020202020204" pitchFamily="34" charset="0"/>
              </a:rPr>
              <a:t> Floating </a:t>
            </a:r>
            <a:r>
              <a:rPr lang="en-US" sz="1600" dirty="0" err="1">
                <a:solidFill>
                  <a:schemeClr val="tx2"/>
                </a:solidFill>
                <a:latin typeface="Arial" panose="020B0604020202020204" pitchFamily="34" charset="0"/>
                <a:cs typeface="Arial" panose="020B0604020202020204" pitchFamily="34" charset="0"/>
              </a:rPr>
              <a:t>áp</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dụng</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cho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tất</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cả</a:t>
            </a:r>
            <a:r>
              <a:rPr lang="en-US" sz="1600" dirty="0">
                <a:solidFill>
                  <a:schemeClr val="tx2"/>
                </a:solidFill>
                <a:latin typeface="Arial" panose="020B0604020202020204" pitchFamily="34" charset="0"/>
                <a:cs typeface="Arial" panose="020B0604020202020204" pitchFamily="34" charset="0"/>
              </a:rPr>
              <a:t> Interface.</a:t>
            </a:r>
          </a:p>
          <a:p>
            <a:pPr marL="285750" indent="-285750">
              <a:buFontTx/>
              <a:buChar char="-"/>
            </a:pPr>
            <a:r>
              <a:rPr lang="en-US" sz="1600" dirty="0" err="1">
                <a:solidFill>
                  <a:schemeClr val="tx2"/>
                </a:solidFill>
                <a:latin typeface="Arial" panose="020B0604020202020204" pitchFamily="34" charset="0"/>
                <a:cs typeface="Arial" panose="020B0604020202020204" pitchFamily="34" charset="0"/>
              </a:rPr>
              <a:t>Cần</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khai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báo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các</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thông</a:t>
            </a:r>
            <a:r>
              <a:rPr lang="en-US" sz="1600" dirty="0">
                <a:solidFill>
                  <a:schemeClr val="tx2"/>
                </a:solidFill>
                <a:latin typeface="Arial" panose="020B0604020202020204" pitchFamily="34" charset="0"/>
                <a:cs typeface="Arial" panose="020B0604020202020204" pitchFamily="34" charset="0"/>
              </a:rPr>
              <a:t> tin </a:t>
            </a:r>
            <a:r>
              <a:rPr lang="en-US" sz="1600" dirty="0" err="1">
                <a:solidFill>
                  <a:schemeClr val="tx2"/>
                </a:solidFill>
                <a:latin typeface="Arial" panose="020B0604020202020204" pitchFamily="34" charset="0"/>
                <a:cs typeface="Arial" panose="020B0604020202020204" pitchFamily="34" charset="0"/>
              </a:rPr>
              <a:t>cơ</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bản</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như</a:t>
            </a:r>
            <a:r>
              <a:rPr lang="en-US" sz="1600" dirty="0">
                <a:solidFill>
                  <a:schemeClr val="tx2"/>
                </a:solidFill>
                <a:latin typeface="Arial" panose="020B0604020202020204" pitchFamily="34" charset="0"/>
                <a:cs typeface="Arial" panose="020B0604020202020204" pitchFamily="34" charset="0"/>
              </a:rPr>
              <a:t> Source/Destination IP/Ports, </a:t>
            </a:r>
            <a:r>
              <a:rPr lang="en-US" sz="1600" dirty="0" err="1">
                <a:solidFill>
                  <a:schemeClr val="tx2"/>
                </a:solidFill>
                <a:latin typeface="Arial" panose="020B0604020202020204" pitchFamily="34" charset="0"/>
                <a:cs typeface="Arial" panose="020B0604020202020204" pitchFamily="34" charset="0"/>
              </a:rPr>
              <a:t>mục</a:t>
            </a:r>
            <a:r>
              <a:rPr lang="en-US" sz="1600" dirty="0">
                <a:solidFill>
                  <a:schemeClr val="tx2"/>
                </a:solidFill>
                <a:latin typeface="Arial" panose="020B0604020202020204" pitchFamily="34" charset="0"/>
                <a:cs typeface="Arial" panose="020B0604020202020204" pitchFamily="34" charset="0"/>
              </a:rPr>
              <a:t> Advanced </a:t>
            </a:r>
            <a:r>
              <a:rPr lang="en-US" sz="1600" dirty="0" err="1">
                <a:solidFill>
                  <a:schemeClr val="tx2"/>
                </a:solidFill>
                <a:latin typeface="Arial" panose="020B0604020202020204" pitchFamily="34" charset="0"/>
                <a:cs typeface="Arial" panose="020B0604020202020204" pitchFamily="34" charset="0"/>
              </a:rPr>
              <a:t>khai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báo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nâng</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cao</a:t>
            </a:r>
            <a:r>
              <a:rPr lang="en-US" sz="1600" dirty="0">
                <a:solidFill>
                  <a:schemeClr val="tx2"/>
                </a:solidFill>
                <a:latin typeface="Arial" panose="020B0604020202020204" pitchFamily="34" charset="0"/>
                <a:cs typeface="Arial" panose="020B0604020202020204" pitchFamily="34" charset="0"/>
              </a:rPr>
              <a:t>.</a:t>
            </a:r>
          </a:p>
        </p:txBody>
      </p:sp>
      <p:pic>
        <p:nvPicPr>
          <p:cNvPr id="5" name="Picture 4">
            <a:extLst>
              <a:ext uri="{FF2B5EF4-FFF2-40B4-BE49-F238E27FC236}">
                <a16:creationId xmlns:a16="http://schemas.microsoft.com/office/drawing/2014/main" id="{18D51176-AEBA-210C-A5BB-A70D513B9437}"/>
              </a:ext>
            </a:extLst>
          </p:cNvPr>
          <p:cNvPicPr>
            <a:picLocks noChangeAspect="1"/>
          </p:cNvPicPr>
          <p:nvPr/>
        </p:nvPicPr>
        <p:blipFill>
          <a:blip r:embed="rId3"/>
          <a:stretch>
            <a:fillRect/>
          </a:stretch>
        </p:blipFill>
        <p:spPr>
          <a:xfrm>
            <a:off x="1208192" y="1202842"/>
            <a:ext cx="2870401" cy="1931568"/>
          </a:xfrm>
          <a:prstGeom prst="rect">
            <a:avLst/>
          </a:prstGeom>
          <a:ln>
            <a:solidFill>
              <a:schemeClr val="accent1"/>
            </a:solidFill>
          </a:ln>
        </p:spPr>
      </p:pic>
      <p:pic>
        <p:nvPicPr>
          <p:cNvPr id="8" name="Picture 7">
            <a:extLst>
              <a:ext uri="{FF2B5EF4-FFF2-40B4-BE49-F238E27FC236}">
                <a16:creationId xmlns:a16="http://schemas.microsoft.com/office/drawing/2014/main" id="{BB9B1E32-94B2-C3B3-4C5B-CA089FE5EAA8}"/>
              </a:ext>
            </a:extLst>
          </p:cNvPr>
          <p:cNvPicPr>
            <a:picLocks noChangeAspect="1"/>
          </p:cNvPicPr>
          <p:nvPr/>
        </p:nvPicPr>
        <p:blipFill>
          <a:blip r:embed="rId4"/>
          <a:stretch>
            <a:fillRect/>
          </a:stretch>
        </p:blipFill>
        <p:spPr>
          <a:xfrm>
            <a:off x="1208193" y="3297684"/>
            <a:ext cx="2870401" cy="3314501"/>
          </a:xfrm>
          <a:prstGeom prst="rect">
            <a:avLst/>
          </a:prstGeom>
          <a:ln>
            <a:solidFill>
              <a:schemeClr val="accent1"/>
            </a:solidFill>
          </a:ln>
        </p:spPr>
      </p:pic>
      <p:pic>
        <p:nvPicPr>
          <p:cNvPr id="11" name="Picture 10">
            <a:extLst>
              <a:ext uri="{FF2B5EF4-FFF2-40B4-BE49-F238E27FC236}">
                <a16:creationId xmlns:a16="http://schemas.microsoft.com/office/drawing/2014/main" id="{C469CF7B-8959-34F5-7B69-6B3D3A96705E}"/>
              </a:ext>
            </a:extLst>
          </p:cNvPr>
          <p:cNvPicPr>
            <a:picLocks noChangeAspect="1"/>
          </p:cNvPicPr>
          <p:nvPr/>
        </p:nvPicPr>
        <p:blipFill>
          <a:blip r:embed="rId5"/>
          <a:stretch>
            <a:fillRect/>
          </a:stretch>
        </p:blipFill>
        <p:spPr>
          <a:xfrm>
            <a:off x="5126306" y="1435452"/>
            <a:ext cx="6177459" cy="4726565"/>
          </a:xfrm>
          <a:prstGeom prst="rect">
            <a:avLst/>
          </a:prstGeom>
          <a:ln>
            <a:solidFill>
              <a:schemeClr val="accent1"/>
            </a:solidFill>
          </a:ln>
        </p:spPr>
      </p:pic>
    </p:spTree>
    <p:extLst>
      <p:ext uri="{BB962C8B-B14F-4D97-AF65-F5344CB8AC3E}">
        <p14:creationId xmlns:p14="http://schemas.microsoft.com/office/powerpoint/2010/main" val="4239052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49395-980B-F55C-BED5-6DEC92212E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8EB262-9D86-AB9F-72B7-212A5345AE80}"/>
              </a:ext>
            </a:extLst>
          </p:cNvPr>
          <p:cNvSpPr>
            <a:spLocks noGrp="1"/>
          </p:cNvSpPr>
          <p:nvPr>
            <p:ph type="title"/>
          </p:nvPr>
        </p:nvSpPr>
        <p:spPr>
          <a:xfrm>
            <a:off x="0" y="0"/>
            <a:ext cx="12192000" cy="618067"/>
          </a:xfrm>
        </p:spPr>
        <p:txBody>
          <a:bodyPr>
            <a:normAutofit/>
          </a:bodyPr>
          <a:lstStyle/>
          <a:p>
            <a:pPr algn="ctr"/>
            <a:r>
              <a:rPr lang="en-US" sz="3000" dirty="0" err="1">
                <a:solidFill>
                  <a:srgbClr val="0070C0"/>
                </a:solidFill>
              </a:rPr>
              <a:t>Tạo</a:t>
            </a:r>
            <a:r>
              <a:rPr lang="en-US" sz="3000" dirty="0">
                <a:solidFill>
                  <a:srgbClr val="0070C0"/>
                </a:solidFill>
              </a:rPr>
              <a:t> Firewall Rule</a:t>
            </a:r>
          </a:p>
        </p:txBody>
      </p:sp>
      <p:sp>
        <p:nvSpPr>
          <p:cNvPr id="3" name="TextBox 2">
            <a:extLst>
              <a:ext uri="{FF2B5EF4-FFF2-40B4-BE49-F238E27FC236}">
                <a16:creationId xmlns:a16="http://schemas.microsoft.com/office/drawing/2014/main" id="{A0979EE5-5809-69CB-6F9D-69C4B14E86F6}"/>
              </a:ext>
            </a:extLst>
          </p:cNvPr>
          <p:cNvSpPr txBox="1"/>
          <p:nvPr/>
        </p:nvSpPr>
        <p:spPr>
          <a:xfrm>
            <a:off x="879140" y="618067"/>
            <a:ext cx="9989386" cy="584775"/>
          </a:xfrm>
          <a:prstGeom prst="rect">
            <a:avLst/>
          </a:prstGeom>
          <a:noFill/>
        </p:spPr>
        <p:txBody>
          <a:bodyPr wrap="square">
            <a:spAutoFit/>
          </a:bodyPr>
          <a:lstStyle/>
          <a:p>
            <a:pPr marL="285750" indent="-285750">
              <a:buFontTx/>
              <a:buChar char="-"/>
            </a:pPr>
            <a:r>
              <a:rPr lang="en-US" sz="1600" dirty="0">
                <a:solidFill>
                  <a:schemeClr val="tx2"/>
                </a:solidFill>
                <a:latin typeface="Arial" panose="020B0604020202020204" pitchFamily="34" charset="0"/>
                <a:cs typeface="Arial" panose="020B0604020202020204" pitchFamily="34" charset="0"/>
              </a:rPr>
              <a:t>Rule </a:t>
            </a:r>
            <a:r>
              <a:rPr lang="en-US" sz="1600" dirty="0" err="1">
                <a:solidFill>
                  <a:schemeClr val="tx2"/>
                </a:solidFill>
                <a:latin typeface="Arial" panose="020B0604020202020204" pitchFamily="34" charset="0"/>
                <a:cs typeface="Arial" panose="020B0604020202020204" pitchFamily="34" charset="0"/>
              </a:rPr>
              <a:t>được</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khai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báo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cho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từng</a:t>
            </a:r>
            <a:r>
              <a:rPr lang="en-US" sz="1600" dirty="0">
                <a:solidFill>
                  <a:schemeClr val="tx2"/>
                </a:solidFill>
                <a:latin typeface="Arial" panose="020B0604020202020204" pitchFamily="34" charset="0"/>
                <a:cs typeface="Arial" panose="020B0604020202020204" pitchFamily="34" charset="0"/>
              </a:rPr>
              <a:t> Interface, </a:t>
            </a:r>
            <a:r>
              <a:rPr lang="en-US" sz="1600" dirty="0" err="1">
                <a:solidFill>
                  <a:schemeClr val="tx2"/>
                </a:solidFill>
                <a:latin typeface="Arial" panose="020B0604020202020204" pitchFamily="34" charset="0"/>
                <a:cs typeface="Arial" panose="020B0604020202020204" pitchFamily="34" charset="0"/>
              </a:rPr>
              <a:t>những</a:t>
            </a:r>
            <a:r>
              <a:rPr lang="en-US" sz="1600" dirty="0">
                <a:solidFill>
                  <a:schemeClr val="tx2"/>
                </a:solidFill>
                <a:latin typeface="Arial" panose="020B0604020202020204" pitchFamily="34" charset="0"/>
                <a:cs typeface="Arial" panose="020B0604020202020204" pitchFamily="34" charset="0"/>
              </a:rPr>
              <a:t> Rule </a:t>
            </a:r>
            <a:r>
              <a:rPr lang="en-US" sz="1600" dirty="0" err="1">
                <a:solidFill>
                  <a:schemeClr val="tx2"/>
                </a:solidFill>
                <a:latin typeface="Arial" panose="020B0604020202020204" pitchFamily="34" charset="0"/>
                <a:cs typeface="Arial" panose="020B0604020202020204" pitchFamily="34" charset="0"/>
              </a:rPr>
              <a:t>khai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báo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tại</a:t>
            </a:r>
            <a:r>
              <a:rPr lang="en-US" sz="1600" dirty="0">
                <a:solidFill>
                  <a:schemeClr val="tx2"/>
                </a:solidFill>
                <a:latin typeface="Arial" panose="020B0604020202020204" pitchFamily="34" charset="0"/>
                <a:cs typeface="Arial" panose="020B0604020202020204" pitchFamily="34" charset="0"/>
              </a:rPr>
              <a:t> Floating </a:t>
            </a:r>
            <a:r>
              <a:rPr lang="en-US" sz="1600" dirty="0" err="1">
                <a:solidFill>
                  <a:schemeClr val="tx2"/>
                </a:solidFill>
                <a:latin typeface="Arial" panose="020B0604020202020204" pitchFamily="34" charset="0"/>
                <a:cs typeface="Arial" panose="020B0604020202020204" pitchFamily="34" charset="0"/>
              </a:rPr>
              <a:t>áp</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dụng</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cho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tất</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cả</a:t>
            </a:r>
            <a:r>
              <a:rPr lang="en-US" sz="1600" dirty="0">
                <a:solidFill>
                  <a:schemeClr val="tx2"/>
                </a:solidFill>
                <a:latin typeface="Arial" panose="020B0604020202020204" pitchFamily="34" charset="0"/>
                <a:cs typeface="Arial" panose="020B0604020202020204" pitchFamily="34" charset="0"/>
              </a:rPr>
              <a:t> Interface.</a:t>
            </a:r>
          </a:p>
          <a:p>
            <a:pPr marL="285750" indent="-285750">
              <a:buFontTx/>
              <a:buChar char="-"/>
            </a:pPr>
            <a:r>
              <a:rPr lang="en-US" sz="1600" dirty="0" err="1">
                <a:solidFill>
                  <a:schemeClr val="tx2"/>
                </a:solidFill>
                <a:latin typeface="Arial" panose="020B0604020202020204" pitchFamily="34" charset="0"/>
                <a:cs typeface="Arial" panose="020B0604020202020204" pitchFamily="34" charset="0"/>
              </a:rPr>
              <a:t>Cần</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khai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báo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các</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thông</a:t>
            </a:r>
            <a:r>
              <a:rPr lang="en-US" sz="1600" dirty="0">
                <a:solidFill>
                  <a:schemeClr val="tx2"/>
                </a:solidFill>
                <a:latin typeface="Arial" panose="020B0604020202020204" pitchFamily="34" charset="0"/>
                <a:cs typeface="Arial" panose="020B0604020202020204" pitchFamily="34" charset="0"/>
              </a:rPr>
              <a:t> tin </a:t>
            </a:r>
            <a:r>
              <a:rPr lang="en-US" sz="1600" dirty="0" err="1">
                <a:solidFill>
                  <a:schemeClr val="tx2"/>
                </a:solidFill>
                <a:latin typeface="Arial" panose="020B0604020202020204" pitchFamily="34" charset="0"/>
                <a:cs typeface="Arial" panose="020B0604020202020204" pitchFamily="34" charset="0"/>
              </a:rPr>
              <a:t>cơ</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bản</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như</a:t>
            </a:r>
            <a:r>
              <a:rPr lang="en-US" sz="1600" dirty="0">
                <a:solidFill>
                  <a:schemeClr val="tx2"/>
                </a:solidFill>
                <a:latin typeface="Arial" panose="020B0604020202020204" pitchFamily="34" charset="0"/>
                <a:cs typeface="Arial" panose="020B0604020202020204" pitchFamily="34" charset="0"/>
              </a:rPr>
              <a:t> Source/Destination IP/Ports, </a:t>
            </a:r>
            <a:r>
              <a:rPr lang="en-US" sz="1600" dirty="0" err="1">
                <a:solidFill>
                  <a:schemeClr val="tx2"/>
                </a:solidFill>
                <a:latin typeface="Arial" panose="020B0604020202020204" pitchFamily="34" charset="0"/>
                <a:cs typeface="Arial" panose="020B0604020202020204" pitchFamily="34" charset="0"/>
              </a:rPr>
              <a:t>mục</a:t>
            </a:r>
            <a:r>
              <a:rPr lang="en-US" sz="1600" dirty="0">
                <a:solidFill>
                  <a:schemeClr val="tx2"/>
                </a:solidFill>
                <a:latin typeface="Arial" panose="020B0604020202020204" pitchFamily="34" charset="0"/>
                <a:cs typeface="Arial" panose="020B0604020202020204" pitchFamily="34" charset="0"/>
              </a:rPr>
              <a:t> Advanced </a:t>
            </a:r>
            <a:r>
              <a:rPr lang="en-US" sz="1600" dirty="0" err="1">
                <a:solidFill>
                  <a:schemeClr val="tx2"/>
                </a:solidFill>
                <a:latin typeface="Arial" panose="020B0604020202020204" pitchFamily="34" charset="0"/>
                <a:cs typeface="Arial" panose="020B0604020202020204" pitchFamily="34" charset="0"/>
              </a:rPr>
              <a:t>khai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báo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nâng</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cao</a:t>
            </a:r>
            <a:r>
              <a:rPr lang="en-US" sz="1600" dirty="0">
                <a:solidFill>
                  <a:schemeClr val="tx2"/>
                </a:solidFill>
                <a:latin typeface="Arial" panose="020B0604020202020204" pitchFamily="34" charset="0"/>
                <a:cs typeface="Arial" panose="020B0604020202020204" pitchFamily="34" charset="0"/>
              </a:rPr>
              <a:t>.</a:t>
            </a:r>
          </a:p>
        </p:txBody>
      </p:sp>
      <p:pic>
        <p:nvPicPr>
          <p:cNvPr id="5" name="Picture 4">
            <a:extLst>
              <a:ext uri="{FF2B5EF4-FFF2-40B4-BE49-F238E27FC236}">
                <a16:creationId xmlns:a16="http://schemas.microsoft.com/office/drawing/2014/main" id="{0D848C3C-C412-046F-E4DD-5D14D362C3C1}"/>
              </a:ext>
            </a:extLst>
          </p:cNvPr>
          <p:cNvPicPr>
            <a:picLocks noChangeAspect="1"/>
          </p:cNvPicPr>
          <p:nvPr/>
        </p:nvPicPr>
        <p:blipFill>
          <a:blip r:embed="rId3"/>
          <a:stretch>
            <a:fillRect/>
          </a:stretch>
        </p:blipFill>
        <p:spPr>
          <a:xfrm>
            <a:off x="1208192" y="1202842"/>
            <a:ext cx="2870401" cy="1931568"/>
          </a:xfrm>
          <a:prstGeom prst="rect">
            <a:avLst/>
          </a:prstGeom>
          <a:ln>
            <a:solidFill>
              <a:schemeClr val="accent1"/>
            </a:solidFill>
          </a:ln>
        </p:spPr>
      </p:pic>
      <p:pic>
        <p:nvPicPr>
          <p:cNvPr id="8" name="Picture 7">
            <a:extLst>
              <a:ext uri="{FF2B5EF4-FFF2-40B4-BE49-F238E27FC236}">
                <a16:creationId xmlns:a16="http://schemas.microsoft.com/office/drawing/2014/main" id="{574767A1-B0CD-F5CA-CE76-1D004FEBBA7A}"/>
              </a:ext>
            </a:extLst>
          </p:cNvPr>
          <p:cNvPicPr>
            <a:picLocks noChangeAspect="1"/>
          </p:cNvPicPr>
          <p:nvPr/>
        </p:nvPicPr>
        <p:blipFill>
          <a:blip r:embed="rId4"/>
          <a:stretch>
            <a:fillRect/>
          </a:stretch>
        </p:blipFill>
        <p:spPr>
          <a:xfrm>
            <a:off x="1208193" y="3297684"/>
            <a:ext cx="2870401" cy="3314501"/>
          </a:xfrm>
          <a:prstGeom prst="rect">
            <a:avLst/>
          </a:prstGeom>
          <a:ln>
            <a:solidFill>
              <a:schemeClr val="accent1"/>
            </a:solidFill>
          </a:ln>
        </p:spPr>
      </p:pic>
      <p:pic>
        <p:nvPicPr>
          <p:cNvPr id="11" name="Picture 10">
            <a:extLst>
              <a:ext uri="{FF2B5EF4-FFF2-40B4-BE49-F238E27FC236}">
                <a16:creationId xmlns:a16="http://schemas.microsoft.com/office/drawing/2014/main" id="{114D5B2E-28BC-6D39-5004-A17022135D2D}"/>
              </a:ext>
            </a:extLst>
          </p:cNvPr>
          <p:cNvPicPr>
            <a:picLocks noChangeAspect="1"/>
          </p:cNvPicPr>
          <p:nvPr/>
        </p:nvPicPr>
        <p:blipFill>
          <a:blip r:embed="rId5"/>
          <a:stretch>
            <a:fillRect/>
          </a:stretch>
        </p:blipFill>
        <p:spPr>
          <a:xfrm>
            <a:off x="5126306" y="1435452"/>
            <a:ext cx="6177459" cy="4726565"/>
          </a:xfrm>
          <a:prstGeom prst="rect">
            <a:avLst/>
          </a:prstGeom>
          <a:ln>
            <a:solidFill>
              <a:schemeClr val="accent1"/>
            </a:solidFill>
          </a:ln>
        </p:spPr>
      </p:pic>
    </p:spTree>
    <p:extLst>
      <p:ext uri="{BB962C8B-B14F-4D97-AF65-F5344CB8AC3E}">
        <p14:creationId xmlns:p14="http://schemas.microsoft.com/office/powerpoint/2010/main" val="909653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C03B5-148A-9639-0979-DB10878357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EFD337-C633-BB65-2922-CDADD65659DC}"/>
              </a:ext>
            </a:extLst>
          </p:cNvPr>
          <p:cNvSpPr>
            <a:spLocks noGrp="1"/>
          </p:cNvSpPr>
          <p:nvPr>
            <p:ph type="title"/>
          </p:nvPr>
        </p:nvSpPr>
        <p:spPr>
          <a:xfrm>
            <a:off x="0" y="0"/>
            <a:ext cx="12192000" cy="618067"/>
          </a:xfrm>
        </p:spPr>
        <p:txBody>
          <a:bodyPr>
            <a:normAutofit/>
          </a:bodyPr>
          <a:lstStyle/>
          <a:p>
            <a:pPr algn="ctr"/>
            <a:r>
              <a:rPr lang="en-US" sz="3000" dirty="0">
                <a:solidFill>
                  <a:srgbClr val="0070C0"/>
                </a:solidFill>
              </a:rPr>
              <a:t>Khai </a:t>
            </a:r>
            <a:r>
              <a:rPr lang="en-US" sz="3000" dirty="0" err="1">
                <a:solidFill>
                  <a:srgbClr val="0070C0"/>
                </a:solidFill>
              </a:rPr>
              <a:t>báo</a:t>
            </a:r>
            <a:r>
              <a:rPr lang="en-US" sz="3000" dirty="0">
                <a:solidFill>
                  <a:srgbClr val="0070C0"/>
                </a:solidFill>
              </a:rPr>
              <a:t> NAT Outbound</a:t>
            </a:r>
          </a:p>
        </p:txBody>
      </p:sp>
      <p:sp>
        <p:nvSpPr>
          <p:cNvPr id="3" name="TextBox 2">
            <a:extLst>
              <a:ext uri="{FF2B5EF4-FFF2-40B4-BE49-F238E27FC236}">
                <a16:creationId xmlns:a16="http://schemas.microsoft.com/office/drawing/2014/main" id="{0273D2A2-A8D3-A4D7-BAC8-8BB7A2A81A9F}"/>
              </a:ext>
            </a:extLst>
          </p:cNvPr>
          <p:cNvSpPr txBox="1"/>
          <p:nvPr/>
        </p:nvSpPr>
        <p:spPr>
          <a:xfrm>
            <a:off x="879140" y="618067"/>
            <a:ext cx="9989386" cy="584775"/>
          </a:xfrm>
          <a:prstGeom prst="rect">
            <a:avLst/>
          </a:prstGeom>
          <a:noFill/>
        </p:spPr>
        <p:txBody>
          <a:bodyPr wrap="square">
            <a:spAutoFit/>
          </a:bodyPr>
          <a:lstStyle/>
          <a:p>
            <a:pPr marL="285750" indent="-285750">
              <a:buFontTx/>
              <a:buChar char="-"/>
            </a:pPr>
            <a:r>
              <a:rPr lang="en-US" sz="1600" dirty="0" err="1">
                <a:solidFill>
                  <a:schemeClr val="tx2"/>
                </a:solidFill>
                <a:latin typeface="Arial" panose="020B0604020202020204" pitchFamily="34" charset="0"/>
                <a:cs typeface="Arial" panose="020B0604020202020204" pitchFamily="34" charset="0"/>
              </a:rPr>
              <a:t>Outboud</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dùng</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cho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kết</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nối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từ</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nội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mạng</a:t>
            </a:r>
            <a:r>
              <a:rPr lang="en-US" sz="1600" dirty="0">
                <a:solidFill>
                  <a:schemeClr val="tx2"/>
                </a:solidFill>
                <a:latin typeface="Arial" panose="020B0604020202020204" pitchFamily="34" charset="0"/>
                <a:cs typeface="Arial" panose="020B0604020202020204" pitchFamily="34" charset="0"/>
              </a:rPr>
              <a:t> (LAN) </a:t>
            </a:r>
            <a:r>
              <a:rPr lang="en-US" sz="1600" dirty="0" err="1">
                <a:solidFill>
                  <a:schemeClr val="tx2"/>
                </a:solidFill>
                <a:latin typeface="Arial" panose="020B0604020202020204" pitchFamily="34" charset="0"/>
                <a:cs typeface="Arial" panose="020B0604020202020204" pitchFamily="34" charset="0"/>
              </a:rPr>
              <a:t>ra</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bên</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ngoài</a:t>
            </a:r>
            <a:r>
              <a:rPr lang="en-US" sz="1600" dirty="0">
                <a:solidFill>
                  <a:schemeClr val="tx2"/>
                </a:solidFill>
                <a:latin typeface="Arial" panose="020B0604020202020204" pitchFamily="34" charset="0"/>
                <a:cs typeface="Arial" panose="020B0604020202020204" pitchFamily="34" charset="0"/>
              </a:rPr>
              <a:t> (WAN), </a:t>
            </a:r>
            <a:r>
              <a:rPr lang="en-US" sz="1600" dirty="0" err="1">
                <a:solidFill>
                  <a:schemeClr val="tx2"/>
                </a:solidFill>
                <a:latin typeface="Arial" panose="020B0604020202020204" pitchFamily="34" charset="0"/>
                <a:cs typeface="Arial" panose="020B0604020202020204" pitchFamily="34" charset="0"/>
              </a:rPr>
              <a:t>thường</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để</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chế</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độ</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tự</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đông</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nên</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các</a:t>
            </a:r>
            <a:r>
              <a:rPr lang="en-US" sz="1600" dirty="0">
                <a:solidFill>
                  <a:schemeClr val="tx2"/>
                </a:solidFill>
                <a:latin typeface="Arial" panose="020B0604020202020204" pitchFamily="34" charset="0"/>
                <a:cs typeface="Arial" panose="020B0604020202020204" pitchFamily="34" charset="0"/>
              </a:rPr>
              <a:t> Rule </a:t>
            </a:r>
            <a:r>
              <a:rPr lang="en-US" sz="1600" dirty="0" err="1">
                <a:solidFill>
                  <a:schemeClr val="tx2"/>
                </a:solidFill>
                <a:latin typeface="Arial" panose="020B0604020202020204" pitchFamily="34" charset="0"/>
                <a:cs typeface="Arial" panose="020B0604020202020204" pitchFamily="34" charset="0"/>
              </a:rPr>
              <a:t>được</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tạo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tự</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động</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Chế</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độ</a:t>
            </a:r>
            <a:r>
              <a:rPr lang="en-US" sz="1600" dirty="0">
                <a:solidFill>
                  <a:schemeClr val="tx2"/>
                </a:solidFill>
                <a:latin typeface="Arial" panose="020B0604020202020204" pitchFamily="34" charset="0"/>
                <a:cs typeface="Arial" panose="020B0604020202020204" pitchFamily="34" charset="0"/>
              </a:rPr>
              <a:t> Hybrid </a:t>
            </a:r>
            <a:r>
              <a:rPr lang="en-US" sz="1600" dirty="0" err="1">
                <a:solidFill>
                  <a:schemeClr val="tx2"/>
                </a:solidFill>
                <a:latin typeface="Arial" panose="020B0604020202020204" pitchFamily="34" charset="0"/>
                <a:cs typeface="Arial" panose="020B0604020202020204" pitchFamily="34" charset="0"/>
              </a:rPr>
              <a:t>cho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phép</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tạo</a:t>
            </a:r>
            <a:r>
              <a:rPr lang="en-US" sz="1600" dirty="0">
                <a:solidFill>
                  <a:schemeClr val="tx2"/>
                </a:solidFill>
                <a:latin typeface="Arial" panose="020B0604020202020204" pitchFamily="34" charset="0"/>
                <a:cs typeface="Arial" panose="020B0604020202020204" pitchFamily="34" charset="0"/>
              </a:rPr>
              <a:t> NAT </a:t>
            </a:r>
            <a:r>
              <a:rPr lang="en-US" sz="1600" dirty="0" err="1">
                <a:solidFill>
                  <a:schemeClr val="tx2"/>
                </a:solidFill>
                <a:latin typeface="Arial" panose="020B0604020202020204" pitchFamily="34" charset="0"/>
                <a:cs typeface="Arial" panose="020B0604020202020204" pitchFamily="34" charset="0"/>
              </a:rPr>
              <a:t>tự</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động</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và</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có</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thể</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tạo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thêm</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theo</a:t>
            </a:r>
            <a:r>
              <a:rPr lang="en-US" sz="1600" dirty="0">
                <a:solidFill>
                  <a:schemeClr val="tx2"/>
                </a:solidFill>
                <a:latin typeface="Arial" panose="020B0604020202020204" pitchFamily="34" charset="0"/>
                <a:cs typeface="Arial" panose="020B0604020202020204" pitchFamily="34" charset="0"/>
              </a:rPr>
              <a:t> ý </a:t>
            </a:r>
            <a:r>
              <a:rPr lang="en-US" sz="1600" dirty="0" err="1">
                <a:solidFill>
                  <a:schemeClr val="tx2"/>
                </a:solidFill>
                <a:latin typeface="Arial" panose="020B0604020202020204" pitchFamily="34" charset="0"/>
                <a:cs typeface="Arial" panose="020B0604020202020204" pitchFamily="34" charset="0"/>
              </a:rPr>
              <a:t>muốn</a:t>
            </a:r>
            <a:r>
              <a:rPr lang="en-US" sz="1600" dirty="0">
                <a:solidFill>
                  <a:schemeClr val="tx2"/>
                </a:solidFill>
                <a:latin typeface="Arial" panose="020B0604020202020204" pitchFamily="34" charset="0"/>
                <a:cs typeface="Arial" panose="020B0604020202020204" pitchFamily="34" charset="0"/>
              </a:rPr>
              <a:t>.</a:t>
            </a:r>
          </a:p>
        </p:txBody>
      </p:sp>
      <p:pic>
        <p:nvPicPr>
          <p:cNvPr id="9" name="Picture 8">
            <a:extLst>
              <a:ext uri="{FF2B5EF4-FFF2-40B4-BE49-F238E27FC236}">
                <a16:creationId xmlns:a16="http://schemas.microsoft.com/office/drawing/2014/main" id="{BF6F6DDB-2143-73DE-B2FA-9B6252D086A8}"/>
              </a:ext>
            </a:extLst>
          </p:cNvPr>
          <p:cNvPicPr>
            <a:picLocks noChangeAspect="1"/>
          </p:cNvPicPr>
          <p:nvPr/>
        </p:nvPicPr>
        <p:blipFill>
          <a:blip r:embed="rId3"/>
          <a:stretch>
            <a:fillRect/>
          </a:stretch>
        </p:blipFill>
        <p:spPr>
          <a:xfrm>
            <a:off x="2117558" y="1236134"/>
            <a:ext cx="6931421" cy="5339460"/>
          </a:xfrm>
          <a:prstGeom prst="rect">
            <a:avLst/>
          </a:prstGeom>
          <a:ln>
            <a:solidFill>
              <a:schemeClr val="accent1"/>
            </a:solidFill>
          </a:ln>
        </p:spPr>
      </p:pic>
    </p:spTree>
    <p:extLst>
      <p:ext uri="{BB962C8B-B14F-4D97-AF65-F5344CB8AC3E}">
        <p14:creationId xmlns:p14="http://schemas.microsoft.com/office/powerpoint/2010/main" val="3358915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F1B29-FB0D-5B40-C5D0-07CA95E79D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3B04F1-F58C-1B57-31F5-EA70DCDB2A39}"/>
              </a:ext>
            </a:extLst>
          </p:cNvPr>
          <p:cNvSpPr>
            <a:spLocks noGrp="1"/>
          </p:cNvSpPr>
          <p:nvPr>
            <p:ph type="title"/>
          </p:nvPr>
        </p:nvSpPr>
        <p:spPr>
          <a:xfrm>
            <a:off x="0" y="0"/>
            <a:ext cx="12192000" cy="618067"/>
          </a:xfrm>
        </p:spPr>
        <p:txBody>
          <a:bodyPr>
            <a:normAutofit/>
          </a:bodyPr>
          <a:lstStyle/>
          <a:p>
            <a:pPr algn="ctr"/>
            <a:r>
              <a:rPr lang="en-US" sz="3000" dirty="0">
                <a:solidFill>
                  <a:srgbClr val="0070C0"/>
                </a:solidFill>
              </a:rPr>
              <a:t>Khai </a:t>
            </a:r>
            <a:r>
              <a:rPr lang="en-US" sz="3000" dirty="0" err="1">
                <a:solidFill>
                  <a:srgbClr val="0070C0"/>
                </a:solidFill>
              </a:rPr>
              <a:t>báo</a:t>
            </a:r>
            <a:r>
              <a:rPr lang="en-US" sz="3000" dirty="0">
                <a:solidFill>
                  <a:srgbClr val="0070C0"/>
                </a:solidFill>
              </a:rPr>
              <a:t> NAT 1:1</a:t>
            </a:r>
          </a:p>
        </p:txBody>
      </p:sp>
      <p:sp>
        <p:nvSpPr>
          <p:cNvPr id="3" name="TextBox 2">
            <a:extLst>
              <a:ext uri="{FF2B5EF4-FFF2-40B4-BE49-F238E27FC236}">
                <a16:creationId xmlns:a16="http://schemas.microsoft.com/office/drawing/2014/main" id="{EDA054BA-6799-A837-42A3-2100ABF37BC5}"/>
              </a:ext>
            </a:extLst>
          </p:cNvPr>
          <p:cNvSpPr txBox="1"/>
          <p:nvPr/>
        </p:nvSpPr>
        <p:spPr>
          <a:xfrm>
            <a:off x="879140" y="618067"/>
            <a:ext cx="9989386" cy="338554"/>
          </a:xfrm>
          <a:prstGeom prst="rect">
            <a:avLst/>
          </a:prstGeom>
          <a:noFill/>
        </p:spPr>
        <p:txBody>
          <a:bodyPr wrap="square">
            <a:spAutoFit/>
          </a:bodyPr>
          <a:lstStyle/>
          <a:p>
            <a:pPr marL="285750" indent="-285750">
              <a:buFontTx/>
              <a:buChar char="-"/>
            </a:pPr>
            <a:r>
              <a:rPr lang="en-US" sz="1600" dirty="0">
                <a:solidFill>
                  <a:schemeClr val="tx2"/>
                </a:solidFill>
                <a:latin typeface="Arial" panose="020B0604020202020204" pitchFamily="34" charset="0"/>
                <a:cs typeface="Arial" panose="020B0604020202020204" pitchFamily="34" charset="0"/>
              </a:rPr>
              <a:t>NAT 1:1 </a:t>
            </a:r>
            <a:r>
              <a:rPr lang="en-US" sz="1600" dirty="0" err="1">
                <a:solidFill>
                  <a:schemeClr val="tx2"/>
                </a:solidFill>
                <a:latin typeface="Arial" panose="020B0604020202020204" pitchFamily="34" charset="0"/>
                <a:cs typeface="Arial" panose="020B0604020202020204" pitchFamily="34" charset="0"/>
              </a:rPr>
              <a:t>cho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phép</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ánh</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xạ</a:t>
            </a:r>
            <a:r>
              <a:rPr lang="en-US" sz="1600" dirty="0">
                <a:solidFill>
                  <a:schemeClr val="tx2"/>
                </a:solidFill>
                <a:latin typeface="Arial" panose="020B0604020202020204" pitchFamily="34" charset="0"/>
                <a:cs typeface="Arial" panose="020B0604020202020204" pitchFamily="34" charset="0"/>
              </a:rPr>
              <a:t> 1 </a:t>
            </a:r>
            <a:r>
              <a:rPr lang="en-US" sz="1600" dirty="0" err="1">
                <a:solidFill>
                  <a:schemeClr val="tx2"/>
                </a:solidFill>
                <a:latin typeface="Arial" panose="020B0604020202020204" pitchFamily="34" charset="0"/>
                <a:cs typeface="Arial" panose="020B0604020202020204" pitchFamily="34" charset="0"/>
              </a:rPr>
              <a:t>địa</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chỉ</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từ</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cổng</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mạng</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bên</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ngoài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với</a:t>
            </a:r>
            <a:r>
              <a:rPr lang="en-US" sz="1600" dirty="0">
                <a:solidFill>
                  <a:schemeClr val="tx2"/>
                </a:solidFill>
                <a:latin typeface="Arial" panose="020B0604020202020204" pitchFamily="34" charset="0"/>
                <a:cs typeface="Arial" panose="020B0604020202020204" pitchFamily="34" charset="0"/>
              </a:rPr>
              <a:t> 1 </a:t>
            </a:r>
            <a:r>
              <a:rPr lang="en-US" sz="1600" dirty="0" err="1">
                <a:solidFill>
                  <a:schemeClr val="tx2"/>
                </a:solidFill>
                <a:latin typeface="Arial" panose="020B0604020202020204" pitchFamily="34" charset="0"/>
                <a:cs typeface="Arial" panose="020B0604020202020204" pitchFamily="34" charset="0"/>
              </a:rPr>
              <a:t>máy</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bên</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trong</a:t>
            </a:r>
            <a:r>
              <a:rPr lang="en-US" sz="1600" dirty="0">
                <a:solidFill>
                  <a:schemeClr val="tx2"/>
                </a:solidFill>
                <a:latin typeface="Arial" panose="020B0604020202020204" pitchFamily="34" charset="0"/>
                <a:cs typeface="Arial" panose="020B0604020202020204" pitchFamily="34" charset="0"/>
              </a:rPr>
              <a:t>.  </a:t>
            </a:r>
          </a:p>
        </p:txBody>
      </p:sp>
      <p:pic>
        <p:nvPicPr>
          <p:cNvPr id="5" name="Picture 4">
            <a:extLst>
              <a:ext uri="{FF2B5EF4-FFF2-40B4-BE49-F238E27FC236}">
                <a16:creationId xmlns:a16="http://schemas.microsoft.com/office/drawing/2014/main" id="{2652F6EF-A02A-2B1A-3460-45401A3AA143}"/>
              </a:ext>
            </a:extLst>
          </p:cNvPr>
          <p:cNvPicPr>
            <a:picLocks noChangeAspect="1"/>
          </p:cNvPicPr>
          <p:nvPr/>
        </p:nvPicPr>
        <p:blipFill>
          <a:blip r:embed="rId3"/>
          <a:stretch>
            <a:fillRect/>
          </a:stretch>
        </p:blipFill>
        <p:spPr>
          <a:xfrm>
            <a:off x="1732547" y="1094342"/>
            <a:ext cx="7687160" cy="1653365"/>
          </a:xfrm>
          <a:prstGeom prst="rect">
            <a:avLst/>
          </a:prstGeom>
          <a:ln>
            <a:solidFill>
              <a:schemeClr val="accent1"/>
            </a:solidFill>
          </a:ln>
        </p:spPr>
      </p:pic>
      <p:pic>
        <p:nvPicPr>
          <p:cNvPr id="10" name="Picture 9">
            <a:extLst>
              <a:ext uri="{FF2B5EF4-FFF2-40B4-BE49-F238E27FC236}">
                <a16:creationId xmlns:a16="http://schemas.microsoft.com/office/drawing/2014/main" id="{3B1C1735-0820-B323-4ACF-1CFDE685CB09}"/>
              </a:ext>
            </a:extLst>
          </p:cNvPr>
          <p:cNvPicPr>
            <a:picLocks noChangeAspect="1"/>
          </p:cNvPicPr>
          <p:nvPr/>
        </p:nvPicPr>
        <p:blipFill>
          <a:blip r:embed="rId4"/>
          <a:stretch>
            <a:fillRect/>
          </a:stretch>
        </p:blipFill>
        <p:spPr>
          <a:xfrm>
            <a:off x="1648933" y="2650179"/>
            <a:ext cx="7260830" cy="4018129"/>
          </a:xfrm>
          <a:prstGeom prst="rect">
            <a:avLst/>
          </a:prstGeom>
          <a:ln>
            <a:solidFill>
              <a:schemeClr val="accent1"/>
            </a:solidFill>
          </a:ln>
        </p:spPr>
      </p:pic>
    </p:spTree>
    <p:extLst>
      <p:ext uri="{BB962C8B-B14F-4D97-AF65-F5344CB8AC3E}">
        <p14:creationId xmlns:p14="http://schemas.microsoft.com/office/powerpoint/2010/main" val="1647500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F64EE-623B-6884-C09D-91484890C4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829975-CAE3-C7FE-F741-0AA2FCF54254}"/>
              </a:ext>
            </a:extLst>
          </p:cNvPr>
          <p:cNvSpPr>
            <a:spLocks noGrp="1"/>
          </p:cNvSpPr>
          <p:nvPr>
            <p:ph type="title"/>
          </p:nvPr>
        </p:nvSpPr>
        <p:spPr>
          <a:xfrm>
            <a:off x="0" y="0"/>
            <a:ext cx="12192000" cy="618067"/>
          </a:xfrm>
        </p:spPr>
        <p:txBody>
          <a:bodyPr>
            <a:normAutofit/>
          </a:bodyPr>
          <a:lstStyle/>
          <a:p>
            <a:pPr algn="ctr"/>
            <a:r>
              <a:rPr lang="en-US" sz="3000" dirty="0">
                <a:solidFill>
                  <a:srgbClr val="0070C0"/>
                </a:solidFill>
              </a:rPr>
              <a:t>Khai </a:t>
            </a:r>
            <a:r>
              <a:rPr lang="en-US" sz="3000" dirty="0" err="1">
                <a:solidFill>
                  <a:srgbClr val="0070C0"/>
                </a:solidFill>
              </a:rPr>
              <a:t>báo</a:t>
            </a:r>
            <a:r>
              <a:rPr lang="en-US" sz="3000" dirty="0">
                <a:solidFill>
                  <a:srgbClr val="0070C0"/>
                </a:solidFill>
              </a:rPr>
              <a:t> Port Forward</a:t>
            </a:r>
          </a:p>
        </p:txBody>
      </p:sp>
      <p:sp>
        <p:nvSpPr>
          <p:cNvPr id="3" name="TextBox 2">
            <a:extLst>
              <a:ext uri="{FF2B5EF4-FFF2-40B4-BE49-F238E27FC236}">
                <a16:creationId xmlns:a16="http://schemas.microsoft.com/office/drawing/2014/main" id="{C57768D3-5B7B-FA14-DBBC-BF6056C55EC5}"/>
              </a:ext>
            </a:extLst>
          </p:cNvPr>
          <p:cNvSpPr txBox="1"/>
          <p:nvPr/>
        </p:nvSpPr>
        <p:spPr>
          <a:xfrm>
            <a:off x="327275" y="1468299"/>
            <a:ext cx="2152818" cy="1569660"/>
          </a:xfrm>
          <a:prstGeom prst="rect">
            <a:avLst/>
          </a:prstGeom>
          <a:noFill/>
        </p:spPr>
        <p:txBody>
          <a:bodyPr wrap="square">
            <a:spAutoFit/>
          </a:bodyPr>
          <a:lstStyle/>
          <a:p>
            <a:pPr marL="285750" indent="-285750">
              <a:buFontTx/>
              <a:buChar char="-"/>
            </a:pPr>
            <a:r>
              <a:rPr lang="en-US" sz="1600" dirty="0">
                <a:solidFill>
                  <a:schemeClr val="tx2"/>
                </a:solidFill>
                <a:latin typeface="Arial" panose="020B0604020202020204" pitchFamily="34" charset="0"/>
                <a:cs typeface="Arial" panose="020B0604020202020204" pitchFamily="34" charset="0"/>
              </a:rPr>
              <a:t>Port Forward </a:t>
            </a:r>
            <a:r>
              <a:rPr lang="en-US" sz="1600" dirty="0" err="1">
                <a:solidFill>
                  <a:schemeClr val="tx2"/>
                </a:solidFill>
                <a:latin typeface="Arial" panose="020B0604020202020204" pitchFamily="34" charset="0"/>
                <a:cs typeface="Arial" panose="020B0604020202020204" pitchFamily="34" charset="0"/>
              </a:rPr>
              <a:t>ánh</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xạ</a:t>
            </a:r>
            <a:r>
              <a:rPr lang="en-US" sz="1600" dirty="0">
                <a:solidFill>
                  <a:schemeClr val="tx2"/>
                </a:solidFill>
                <a:latin typeface="Arial" panose="020B0604020202020204" pitchFamily="34" charset="0"/>
                <a:cs typeface="Arial" panose="020B0604020202020204" pitchFamily="34" charset="0"/>
              </a:rPr>
              <a:t> 1 TCP/UDP Port </a:t>
            </a:r>
            <a:r>
              <a:rPr lang="en-US" sz="1600" dirty="0" err="1">
                <a:solidFill>
                  <a:schemeClr val="tx2"/>
                </a:solidFill>
                <a:latin typeface="Arial" panose="020B0604020202020204" pitchFamily="34" charset="0"/>
                <a:cs typeface="Arial" panose="020B0604020202020204" pitchFamily="34" charset="0"/>
              </a:rPr>
              <a:t>bên</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ngoài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với</a:t>
            </a:r>
            <a:r>
              <a:rPr lang="en-US" sz="1600" dirty="0">
                <a:solidFill>
                  <a:schemeClr val="tx2"/>
                </a:solidFill>
                <a:latin typeface="Arial" panose="020B0604020202020204" pitchFamily="34" charset="0"/>
                <a:cs typeface="Arial" panose="020B0604020202020204" pitchFamily="34" charset="0"/>
              </a:rPr>
              <a:t> 1 TCP/UDP Port </a:t>
            </a:r>
            <a:r>
              <a:rPr lang="en-US" sz="1600" dirty="0" err="1">
                <a:solidFill>
                  <a:schemeClr val="tx2"/>
                </a:solidFill>
                <a:latin typeface="Arial" panose="020B0604020202020204" pitchFamily="34" charset="0"/>
                <a:cs typeface="Arial" panose="020B0604020202020204" pitchFamily="34" charset="0"/>
              </a:rPr>
              <a:t>của</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máy</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tính</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bên</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trong</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mạng</a:t>
            </a:r>
            <a:r>
              <a:rPr lang="en-US" sz="1600" dirty="0">
                <a:solidFill>
                  <a:schemeClr val="tx2"/>
                </a:solidFill>
                <a:latin typeface="Arial" panose="020B0604020202020204" pitchFamily="34" charset="0"/>
                <a:cs typeface="Arial" panose="020B0604020202020204" pitchFamily="34" charset="0"/>
              </a:rPr>
              <a:t> </a:t>
            </a:r>
          </a:p>
        </p:txBody>
      </p:sp>
      <p:pic>
        <p:nvPicPr>
          <p:cNvPr id="6" name="Picture 5">
            <a:extLst>
              <a:ext uri="{FF2B5EF4-FFF2-40B4-BE49-F238E27FC236}">
                <a16:creationId xmlns:a16="http://schemas.microsoft.com/office/drawing/2014/main" id="{8C66E777-57F3-FC1F-807C-B25FEC84996B}"/>
              </a:ext>
            </a:extLst>
          </p:cNvPr>
          <p:cNvPicPr>
            <a:picLocks noChangeAspect="1"/>
          </p:cNvPicPr>
          <p:nvPr/>
        </p:nvPicPr>
        <p:blipFill>
          <a:blip r:embed="rId3"/>
          <a:stretch>
            <a:fillRect/>
          </a:stretch>
        </p:blipFill>
        <p:spPr>
          <a:xfrm>
            <a:off x="3344779" y="594549"/>
            <a:ext cx="7531769" cy="1251061"/>
          </a:xfrm>
          <a:prstGeom prst="rect">
            <a:avLst/>
          </a:prstGeom>
          <a:ln>
            <a:solidFill>
              <a:schemeClr val="accent1"/>
            </a:solidFill>
          </a:ln>
        </p:spPr>
      </p:pic>
      <p:pic>
        <p:nvPicPr>
          <p:cNvPr id="8" name="Picture 7">
            <a:extLst>
              <a:ext uri="{FF2B5EF4-FFF2-40B4-BE49-F238E27FC236}">
                <a16:creationId xmlns:a16="http://schemas.microsoft.com/office/drawing/2014/main" id="{1099866A-3E8B-61BE-3E43-89F49DFB2EA0}"/>
              </a:ext>
            </a:extLst>
          </p:cNvPr>
          <p:cNvPicPr>
            <a:picLocks noChangeAspect="1"/>
          </p:cNvPicPr>
          <p:nvPr/>
        </p:nvPicPr>
        <p:blipFill>
          <a:blip r:embed="rId4"/>
          <a:stretch>
            <a:fillRect/>
          </a:stretch>
        </p:blipFill>
        <p:spPr>
          <a:xfrm>
            <a:off x="4278710" y="1845610"/>
            <a:ext cx="5663905" cy="4828674"/>
          </a:xfrm>
          <a:prstGeom prst="rect">
            <a:avLst/>
          </a:prstGeom>
          <a:ln>
            <a:solidFill>
              <a:schemeClr val="accent1"/>
            </a:solidFill>
          </a:ln>
        </p:spPr>
      </p:pic>
    </p:spTree>
    <p:extLst>
      <p:ext uri="{BB962C8B-B14F-4D97-AF65-F5344CB8AC3E}">
        <p14:creationId xmlns:p14="http://schemas.microsoft.com/office/powerpoint/2010/main" val="2892948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32A2C-6CD9-F58B-5906-83E770D95D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38320D-5D22-3DC9-297F-AD1D60D784D0}"/>
              </a:ext>
            </a:extLst>
          </p:cNvPr>
          <p:cNvSpPr>
            <a:spLocks noGrp="1"/>
          </p:cNvSpPr>
          <p:nvPr>
            <p:ph type="title"/>
          </p:nvPr>
        </p:nvSpPr>
        <p:spPr>
          <a:xfrm>
            <a:off x="0" y="0"/>
            <a:ext cx="12192000" cy="618067"/>
          </a:xfrm>
        </p:spPr>
        <p:txBody>
          <a:bodyPr>
            <a:normAutofit/>
          </a:bodyPr>
          <a:lstStyle/>
          <a:p>
            <a:pPr algn="ctr"/>
            <a:r>
              <a:rPr lang="en-US" sz="3000" dirty="0">
                <a:solidFill>
                  <a:srgbClr val="0070C0"/>
                </a:solidFill>
              </a:rPr>
              <a:t>Khai </a:t>
            </a:r>
            <a:r>
              <a:rPr lang="en-US" sz="3000" dirty="0" err="1">
                <a:solidFill>
                  <a:srgbClr val="0070C0"/>
                </a:solidFill>
              </a:rPr>
              <a:t>báo</a:t>
            </a:r>
            <a:r>
              <a:rPr lang="en-US" sz="3000" dirty="0">
                <a:solidFill>
                  <a:srgbClr val="0070C0"/>
                </a:solidFill>
              </a:rPr>
              <a:t> </a:t>
            </a:r>
            <a:r>
              <a:rPr lang="en-US" sz="3000" dirty="0" err="1">
                <a:solidFill>
                  <a:srgbClr val="0070C0"/>
                </a:solidFill>
              </a:rPr>
              <a:t>giới</a:t>
            </a:r>
            <a:r>
              <a:rPr lang="en-US" sz="3000" dirty="0">
                <a:solidFill>
                  <a:srgbClr val="0070C0"/>
                </a:solidFill>
              </a:rPr>
              <a:t> </a:t>
            </a:r>
            <a:r>
              <a:rPr lang="en-US" sz="3000" dirty="0" err="1">
                <a:solidFill>
                  <a:srgbClr val="0070C0"/>
                </a:solidFill>
              </a:rPr>
              <a:t>hạn</a:t>
            </a:r>
            <a:r>
              <a:rPr lang="en-US" sz="3000" dirty="0">
                <a:solidFill>
                  <a:srgbClr val="0070C0"/>
                </a:solidFill>
              </a:rPr>
              <a:t> </a:t>
            </a:r>
            <a:r>
              <a:rPr lang="en-US" sz="3000" dirty="0" err="1">
                <a:solidFill>
                  <a:srgbClr val="0070C0"/>
                </a:solidFill>
              </a:rPr>
              <a:t>tốc</a:t>
            </a:r>
            <a:r>
              <a:rPr lang="en-US" sz="3000" dirty="0">
                <a:solidFill>
                  <a:srgbClr val="0070C0"/>
                </a:solidFill>
              </a:rPr>
              <a:t> </a:t>
            </a:r>
            <a:r>
              <a:rPr lang="en-US" sz="3000" dirty="0" err="1">
                <a:solidFill>
                  <a:srgbClr val="0070C0"/>
                </a:solidFill>
              </a:rPr>
              <a:t>độ</a:t>
            </a:r>
            <a:endParaRPr lang="en-US" sz="3000" dirty="0">
              <a:solidFill>
                <a:srgbClr val="0070C0"/>
              </a:solidFill>
            </a:endParaRPr>
          </a:p>
        </p:txBody>
      </p:sp>
      <p:pic>
        <p:nvPicPr>
          <p:cNvPr id="5" name="Picture 4">
            <a:extLst>
              <a:ext uri="{FF2B5EF4-FFF2-40B4-BE49-F238E27FC236}">
                <a16:creationId xmlns:a16="http://schemas.microsoft.com/office/drawing/2014/main" id="{5D035448-2C9F-45B1-A107-36D00387AB7E}"/>
              </a:ext>
            </a:extLst>
          </p:cNvPr>
          <p:cNvPicPr>
            <a:picLocks noChangeAspect="1"/>
          </p:cNvPicPr>
          <p:nvPr/>
        </p:nvPicPr>
        <p:blipFill>
          <a:blip r:embed="rId3"/>
          <a:stretch>
            <a:fillRect/>
          </a:stretch>
        </p:blipFill>
        <p:spPr>
          <a:xfrm>
            <a:off x="457718" y="693728"/>
            <a:ext cx="1569856" cy="2469094"/>
          </a:xfrm>
          <a:prstGeom prst="rect">
            <a:avLst/>
          </a:prstGeom>
          <a:ln>
            <a:solidFill>
              <a:schemeClr val="accent1"/>
            </a:solidFill>
          </a:ln>
        </p:spPr>
      </p:pic>
      <p:pic>
        <p:nvPicPr>
          <p:cNvPr id="9" name="Picture 8">
            <a:extLst>
              <a:ext uri="{FF2B5EF4-FFF2-40B4-BE49-F238E27FC236}">
                <a16:creationId xmlns:a16="http://schemas.microsoft.com/office/drawing/2014/main" id="{799FE18F-2A6B-7864-5FBE-783D5761B183}"/>
              </a:ext>
            </a:extLst>
          </p:cNvPr>
          <p:cNvPicPr>
            <a:picLocks noChangeAspect="1"/>
          </p:cNvPicPr>
          <p:nvPr/>
        </p:nvPicPr>
        <p:blipFill>
          <a:blip r:embed="rId4"/>
          <a:stretch>
            <a:fillRect/>
          </a:stretch>
        </p:blipFill>
        <p:spPr>
          <a:xfrm>
            <a:off x="2169701" y="888971"/>
            <a:ext cx="3294597" cy="1904472"/>
          </a:xfrm>
          <a:prstGeom prst="rect">
            <a:avLst/>
          </a:prstGeom>
          <a:ln>
            <a:solidFill>
              <a:schemeClr val="accent1"/>
            </a:solidFill>
          </a:ln>
        </p:spPr>
      </p:pic>
      <p:pic>
        <p:nvPicPr>
          <p:cNvPr id="11" name="Picture 10">
            <a:extLst>
              <a:ext uri="{FF2B5EF4-FFF2-40B4-BE49-F238E27FC236}">
                <a16:creationId xmlns:a16="http://schemas.microsoft.com/office/drawing/2014/main" id="{DA724BB9-3A31-3EC0-93DC-255C87B7D7E2}"/>
              </a:ext>
            </a:extLst>
          </p:cNvPr>
          <p:cNvPicPr>
            <a:picLocks noChangeAspect="1"/>
          </p:cNvPicPr>
          <p:nvPr/>
        </p:nvPicPr>
        <p:blipFill>
          <a:blip r:embed="rId5"/>
          <a:stretch>
            <a:fillRect/>
          </a:stretch>
        </p:blipFill>
        <p:spPr>
          <a:xfrm>
            <a:off x="300180" y="3238483"/>
            <a:ext cx="5497035" cy="2368497"/>
          </a:xfrm>
          <a:prstGeom prst="rect">
            <a:avLst/>
          </a:prstGeom>
          <a:ln>
            <a:solidFill>
              <a:schemeClr val="accent1"/>
            </a:solidFill>
          </a:ln>
        </p:spPr>
      </p:pic>
      <p:pic>
        <p:nvPicPr>
          <p:cNvPr id="13" name="Picture 12">
            <a:extLst>
              <a:ext uri="{FF2B5EF4-FFF2-40B4-BE49-F238E27FC236}">
                <a16:creationId xmlns:a16="http://schemas.microsoft.com/office/drawing/2014/main" id="{67FE0E3E-6268-5D21-6E93-7A4EABC02B87}"/>
              </a:ext>
            </a:extLst>
          </p:cNvPr>
          <p:cNvPicPr>
            <a:picLocks noChangeAspect="1"/>
          </p:cNvPicPr>
          <p:nvPr/>
        </p:nvPicPr>
        <p:blipFill>
          <a:blip r:embed="rId6"/>
          <a:stretch>
            <a:fillRect/>
          </a:stretch>
        </p:blipFill>
        <p:spPr>
          <a:xfrm>
            <a:off x="6096000" y="1638052"/>
            <a:ext cx="5985150" cy="3155011"/>
          </a:xfrm>
          <a:prstGeom prst="rect">
            <a:avLst/>
          </a:prstGeom>
          <a:ln>
            <a:solidFill>
              <a:schemeClr val="accent1"/>
            </a:solidFill>
          </a:ln>
        </p:spPr>
      </p:pic>
      <p:sp>
        <p:nvSpPr>
          <p:cNvPr id="14" name="TextBox 13">
            <a:extLst>
              <a:ext uri="{FF2B5EF4-FFF2-40B4-BE49-F238E27FC236}">
                <a16:creationId xmlns:a16="http://schemas.microsoft.com/office/drawing/2014/main" id="{84C8EE39-3301-7B79-0B73-BD8DE1F7CB4D}"/>
              </a:ext>
            </a:extLst>
          </p:cNvPr>
          <p:cNvSpPr txBox="1"/>
          <p:nvPr/>
        </p:nvSpPr>
        <p:spPr>
          <a:xfrm>
            <a:off x="6233168" y="1190823"/>
            <a:ext cx="5710814" cy="338554"/>
          </a:xfrm>
          <a:prstGeom prst="rect">
            <a:avLst/>
          </a:prstGeom>
          <a:noFill/>
        </p:spPr>
        <p:txBody>
          <a:bodyPr wrap="square">
            <a:spAutoFit/>
          </a:bodyPr>
          <a:lstStyle/>
          <a:p>
            <a:pPr marL="285750" indent="-285750">
              <a:buFontTx/>
              <a:buChar char="-"/>
            </a:pPr>
            <a:r>
              <a:rPr lang="en-US" sz="1600" dirty="0" err="1">
                <a:solidFill>
                  <a:schemeClr val="tx2"/>
                </a:solidFill>
                <a:latin typeface="Arial" panose="020B0604020202020204" pitchFamily="34" charset="0"/>
                <a:cs typeface="Arial" panose="020B0604020202020204" pitchFamily="34" charset="0"/>
              </a:rPr>
              <a:t>Để</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giới</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hạn</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tốc</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độ</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vào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mục</a:t>
            </a:r>
            <a:r>
              <a:rPr lang="en-US" sz="1600" dirty="0">
                <a:solidFill>
                  <a:schemeClr val="tx2"/>
                </a:solidFill>
                <a:latin typeface="Arial" panose="020B0604020202020204" pitchFamily="34" charset="0"/>
                <a:cs typeface="Arial" panose="020B0604020202020204" pitchFamily="34" charset="0"/>
              </a:rPr>
              <a:t> Advanced </a:t>
            </a:r>
            <a:r>
              <a:rPr lang="en-US" sz="1600" dirty="0" err="1">
                <a:solidFill>
                  <a:schemeClr val="tx2"/>
                </a:solidFill>
                <a:latin typeface="Arial" panose="020B0604020202020204" pitchFamily="34" charset="0"/>
                <a:cs typeface="Arial" panose="020B0604020202020204" pitchFamily="34" charset="0"/>
              </a:rPr>
              <a:t>của</a:t>
            </a:r>
            <a:r>
              <a:rPr lang="en-US" sz="1600" dirty="0">
                <a:solidFill>
                  <a:schemeClr val="tx2"/>
                </a:solidFill>
                <a:latin typeface="Arial" panose="020B0604020202020204" pitchFamily="34" charset="0"/>
                <a:cs typeface="Arial" panose="020B0604020202020204" pitchFamily="34" charset="0"/>
              </a:rPr>
              <a:t> Rule </a:t>
            </a:r>
            <a:r>
              <a:rPr lang="en-US" sz="1600" dirty="0" err="1">
                <a:solidFill>
                  <a:schemeClr val="tx2"/>
                </a:solidFill>
                <a:latin typeface="Arial" panose="020B0604020202020204" pitchFamily="34" charset="0"/>
                <a:cs typeface="Arial" panose="020B0604020202020204" pitchFamily="34" charset="0"/>
              </a:rPr>
              <a:t>để</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gán</a:t>
            </a:r>
            <a:endParaRPr lang="en-US" sz="1600" dirty="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44086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71A8A-E6BA-7D64-2F95-0F91368427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DB0312-C546-7571-A39E-A07BC8D8C012}"/>
              </a:ext>
            </a:extLst>
          </p:cNvPr>
          <p:cNvSpPr>
            <a:spLocks noGrp="1"/>
          </p:cNvSpPr>
          <p:nvPr>
            <p:ph type="title"/>
          </p:nvPr>
        </p:nvSpPr>
        <p:spPr>
          <a:xfrm>
            <a:off x="0" y="0"/>
            <a:ext cx="12192000" cy="618067"/>
          </a:xfrm>
        </p:spPr>
        <p:txBody>
          <a:bodyPr>
            <a:normAutofit/>
          </a:bodyPr>
          <a:lstStyle/>
          <a:p>
            <a:pPr algn="ctr"/>
            <a:r>
              <a:rPr lang="en-US" sz="3000" dirty="0" err="1">
                <a:solidFill>
                  <a:srgbClr val="0070C0"/>
                </a:solidFill>
              </a:rPr>
              <a:t>Lên</a:t>
            </a:r>
            <a:r>
              <a:rPr lang="en-US" sz="3000" dirty="0">
                <a:solidFill>
                  <a:srgbClr val="0070C0"/>
                </a:solidFill>
              </a:rPr>
              <a:t> </a:t>
            </a:r>
            <a:r>
              <a:rPr lang="en-US" sz="3000" dirty="0" err="1">
                <a:solidFill>
                  <a:srgbClr val="0070C0"/>
                </a:solidFill>
              </a:rPr>
              <a:t>lịch</a:t>
            </a:r>
            <a:r>
              <a:rPr lang="en-US" sz="3000" dirty="0">
                <a:solidFill>
                  <a:srgbClr val="0070C0"/>
                </a:solidFill>
              </a:rPr>
              <a:t> </a:t>
            </a:r>
            <a:r>
              <a:rPr lang="en-US" sz="3000" dirty="0" err="1">
                <a:solidFill>
                  <a:srgbClr val="0070C0"/>
                </a:solidFill>
              </a:rPr>
              <a:t>cho</a:t>
            </a:r>
            <a:r>
              <a:rPr lang="en-US" sz="3000" dirty="0">
                <a:solidFill>
                  <a:srgbClr val="0070C0"/>
                </a:solidFill>
              </a:rPr>
              <a:t> Rule</a:t>
            </a:r>
          </a:p>
        </p:txBody>
      </p:sp>
      <p:sp>
        <p:nvSpPr>
          <p:cNvPr id="14" name="TextBox 13">
            <a:extLst>
              <a:ext uri="{FF2B5EF4-FFF2-40B4-BE49-F238E27FC236}">
                <a16:creationId xmlns:a16="http://schemas.microsoft.com/office/drawing/2014/main" id="{93F8186B-C0E5-B319-D5A4-98006A2867DB}"/>
              </a:ext>
            </a:extLst>
          </p:cNvPr>
          <p:cNvSpPr txBox="1"/>
          <p:nvPr/>
        </p:nvSpPr>
        <p:spPr>
          <a:xfrm>
            <a:off x="6380703" y="5484262"/>
            <a:ext cx="5174901" cy="338554"/>
          </a:xfrm>
          <a:prstGeom prst="rect">
            <a:avLst/>
          </a:prstGeom>
          <a:noFill/>
        </p:spPr>
        <p:txBody>
          <a:bodyPr wrap="square">
            <a:spAutoFit/>
          </a:bodyPr>
          <a:lstStyle/>
          <a:p>
            <a:pPr marL="285750" indent="-285750">
              <a:buFontTx/>
              <a:buChar char="-"/>
            </a:pPr>
            <a:r>
              <a:rPr lang="en-US" sz="1600" dirty="0" err="1">
                <a:solidFill>
                  <a:schemeClr val="tx2"/>
                </a:solidFill>
                <a:latin typeface="Arial" panose="020B0604020202020204" pitchFamily="34" charset="0"/>
                <a:cs typeface="Arial" panose="020B0604020202020204" pitchFamily="34" charset="0"/>
              </a:rPr>
              <a:t>Để</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gán</a:t>
            </a:r>
            <a:r>
              <a:rPr lang="en-US" sz="1600" dirty="0">
                <a:solidFill>
                  <a:schemeClr val="tx2"/>
                </a:solidFill>
                <a:latin typeface="Arial" panose="020B0604020202020204" pitchFamily="34" charset="0"/>
                <a:cs typeface="Arial" panose="020B0604020202020204" pitchFamily="34" charset="0"/>
              </a:rPr>
              <a:t> Schedule </a:t>
            </a:r>
            <a:r>
              <a:rPr lang="en-US" sz="1600" dirty="0" err="1">
                <a:solidFill>
                  <a:schemeClr val="tx2"/>
                </a:solidFill>
                <a:latin typeface="Arial" panose="020B0604020202020204" pitchFamily="34" charset="0"/>
                <a:cs typeface="Arial" panose="020B0604020202020204" pitchFamily="34" charset="0"/>
              </a:rPr>
              <a:t>thì</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vào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mục</a:t>
            </a:r>
            <a:r>
              <a:rPr lang="en-US" sz="1600" dirty="0">
                <a:solidFill>
                  <a:schemeClr val="tx2"/>
                </a:solidFill>
                <a:latin typeface="Arial" panose="020B0604020202020204" pitchFamily="34" charset="0"/>
                <a:cs typeface="Arial" panose="020B0604020202020204" pitchFamily="34" charset="0"/>
              </a:rPr>
              <a:t> Advanced </a:t>
            </a:r>
            <a:r>
              <a:rPr lang="en-US" sz="1600" dirty="0" err="1">
                <a:solidFill>
                  <a:schemeClr val="tx2"/>
                </a:solidFill>
                <a:latin typeface="Arial" panose="020B0604020202020204" pitchFamily="34" charset="0"/>
                <a:cs typeface="Arial" panose="020B0604020202020204" pitchFamily="34" charset="0"/>
              </a:rPr>
              <a:t>của</a:t>
            </a:r>
            <a:r>
              <a:rPr lang="en-US" sz="1600" dirty="0">
                <a:solidFill>
                  <a:schemeClr val="tx2"/>
                </a:solidFill>
                <a:latin typeface="Arial" panose="020B0604020202020204" pitchFamily="34" charset="0"/>
                <a:cs typeface="Arial" panose="020B0604020202020204" pitchFamily="34" charset="0"/>
              </a:rPr>
              <a:t> Rule</a:t>
            </a:r>
          </a:p>
        </p:txBody>
      </p:sp>
      <p:pic>
        <p:nvPicPr>
          <p:cNvPr id="4" name="Picture 3">
            <a:extLst>
              <a:ext uri="{FF2B5EF4-FFF2-40B4-BE49-F238E27FC236}">
                <a16:creationId xmlns:a16="http://schemas.microsoft.com/office/drawing/2014/main" id="{632B3F25-3576-7783-C78F-ADDAA96B18D0}"/>
              </a:ext>
            </a:extLst>
          </p:cNvPr>
          <p:cNvPicPr>
            <a:picLocks noChangeAspect="1"/>
          </p:cNvPicPr>
          <p:nvPr/>
        </p:nvPicPr>
        <p:blipFill>
          <a:blip r:embed="rId3"/>
          <a:stretch>
            <a:fillRect/>
          </a:stretch>
        </p:blipFill>
        <p:spPr>
          <a:xfrm>
            <a:off x="1285928" y="309033"/>
            <a:ext cx="2164268" cy="2484335"/>
          </a:xfrm>
          <a:prstGeom prst="rect">
            <a:avLst/>
          </a:prstGeom>
          <a:ln>
            <a:solidFill>
              <a:schemeClr val="accent1"/>
            </a:solidFill>
          </a:ln>
        </p:spPr>
      </p:pic>
      <p:pic>
        <p:nvPicPr>
          <p:cNvPr id="7" name="Picture 6">
            <a:extLst>
              <a:ext uri="{FF2B5EF4-FFF2-40B4-BE49-F238E27FC236}">
                <a16:creationId xmlns:a16="http://schemas.microsoft.com/office/drawing/2014/main" id="{956E6D80-DEBE-0249-BFFE-7FE3A137FD5E}"/>
              </a:ext>
            </a:extLst>
          </p:cNvPr>
          <p:cNvPicPr>
            <a:picLocks noChangeAspect="1"/>
          </p:cNvPicPr>
          <p:nvPr/>
        </p:nvPicPr>
        <p:blipFill>
          <a:blip r:embed="rId4"/>
          <a:stretch>
            <a:fillRect/>
          </a:stretch>
        </p:blipFill>
        <p:spPr>
          <a:xfrm>
            <a:off x="408876" y="2888566"/>
            <a:ext cx="4718891" cy="1663803"/>
          </a:xfrm>
          <a:prstGeom prst="rect">
            <a:avLst/>
          </a:prstGeom>
          <a:ln>
            <a:solidFill>
              <a:schemeClr val="accent1"/>
            </a:solidFill>
          </a:ln>
        </p:spPr>
      </p:pic>
      <p:pic>
        <p:nvPicPr>
          <p:cNvPr id="10" name="Picture 9">
            <a:extLst>
              <a:ext uri="{FF2B5EF4-FFF2-40B4-BE49-F238E27FC236}">
                <a16:creationId xmlns:a16="http://schemas.microsoft.com/office/drawing/2014/main" id="{9E20C7C5-EF6F-0079-0017-10D87B0B5F35}"/>
              </a:ext>
            </a:extLst>
          </p:cNvPr>
          <p:cNvPicPr>
            <a:picLocks noChangeAspect="1"/>
          </p:cNvPicPr>
          <p:nvPr/>
        </p:nvPicPr>
        <p:blipFill>
          <a:blip r:embed="rId5"/>
          <a:stretch>
            <a:fillRect/>
          </a:stretch>
        </p:blipFill>
        <p:spPr>
          <a:xfrm>
            <a:off x="5496448" y="594643"/>
            <a:ext cx="5630763" cy="4339098"/>
          </a:xfrm>
          <a:prstGeom prst="rect">
            <a:avLst/>
          </a:prstGeom>
          <a:ln>
            <a:solidFill>
              <a:schemeClr val="accent1"/>
            </a:solidFill>
          </a:ln>
        </p:spPr>
      </p:pic>
      <p:pic>
        <p:nvPicPr>
          <p:cNvPr id="15" name="Picture 14">
            <a:extLst>
              <a:ext uri="{FF2B5EF4-FFF2-40B4-BE49-F238E27FC236}">
                <a16:creationId xmlns:a16="http://schemas.microsoft.com/office/drawing/2014/main" id="{1B800E2B-E2AD-48B8-8656-4508D8E30D15}"/>
              </a:ext>
            </a:extLst>
          </p:cNvPr>
          <p:cNvPicPr>
            <a:picLocks noChangeAspect="1"/>
          </p:cNvPicPr>
          <p:nvPr/>
        </p:nvPicPr>
        <p:blipFill>
          <a:blip r:embed="rId6"/>
          <a:stretch>
            <a:fillRect/>
          </a:stretch>
        </p:blipFill>
        <p:spPr>
          <a:xfrm>
            <a:off x="456711" y="4758112"/>
            <a:ext cx="5639289" cy="1790855"/>
          </a:xfrm>
          <a:prstGeom prst="rect">
            <a:avLst/>
          </a:prstGeom>
          <a:ln>
            <a:solidFill>
              <a:schemeClr val="accent1"/>
            </a:solidFill>
          </a:ln>
        </p:spPr>
      </p:pic>
    </p:spTree>
    <p:extLst>
      <p:ext uri="{BB962C8B-B14F-4D97-AF65-F5344CB8AC3E}">
        <p14:creationId xmlns:p14="http://schemas.microsoft.com/office/powerpoint/2010/main" val="245884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70C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a:t>Thảo luận</a:t>
            </a:r>
            <a:endParaRPr lang="en-US" dirty="0"/>
          </a:p>
        </p:txBody>
      </p:sp>
      <p:pic>
        <p:nvPicPr>
          <p:cNvPr id="7" name="Picture 6">
            <a:extLst>
              <a:ext uri="{FF2B5EF4-FFF2-40B4-BE49-F238E27FC236}">
                <a16:creationId xmlns:a16="http://schemas.microsoft.com/office/drawing/2014/main" id="{5F99D0AD-C467-4F82-8A30-2AF42E8B3FFB}"/>
              </a:ext>
            </a:extLst>
          </p:cNvPr>
          <p:cNvPicPr>
            <a:picLocks noChangeAspect="1"/>
          </p:cNvPicPr>
          <p:nvPr/>
        </p:nvPicPr>
        <p:blipFill>
          <a:blip r:embed="rId2"/>
          <a:stretch>
            <a:fillRect/>
          </a:stretch>
        </p:blipFill>
        <p:spPr>
          <a:xfrm>
            <a:off x="757382" y="1312284"/>
            <a:ext cx="5939618" cy="3961679"/>
          </a:xfrm>
          <a:prstGeom prst="rect">
            <a:avLst/>
          </a:prstGeom>
        </p:spPr>
      </p:pic>
    </p:spTree>
    <p:extLst>
      <p:ext uri="{BB962C8B-B14F-4D97-AF65-F5344CB8AC3E}">
        <p14:creationId xmlns:p14="http://schemas.microsoft.com/office/powerpoint/2010/main" val="2794409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Diamond Grid 16x9">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siness diamond grid presentation (widescreen).potx" id="{B2221865-AD13-4DF0-B68E-BF08E8CC5659}" vid="{BAA0C488-98B6-4F47-8E1C-5C7CD9605F73}"/>
    </a:ext>
  </a:extLst>
</a:theme>
</file>

<file path=ppt/theme/theme2.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Business diamond grid presentation (widescreen)</Template>
  <TotalTime>1282</TotalTime>
  <Words>1968</Words>
  <Application>Microsoft Office PowerPoint</Application>
  <PresentationFormat>Widescreen</PresentationFormat>
  <Paragraphs>163</Paragraphs>
  <Slides>33</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Tahoma</vt:lpstr>
      <vt:lpstr>Diamond Grid 16x9</vt:lpstr>
      <vt:lpstr>CĂN BẢN VỀ PFSENSE</vt:lpstr>
      <vt:lpstr>PowerPoint Presentation</vt:lpstr>
      <vt:lpstr>Lịch sử phát triển của pfSense</vt:lpstr>
      <vt:lpstr>Tính năng nổi bật</vt:lpstr>
      <vt:lpstr>Lợi ích của pfSense</vt:lpstr>
      <vt:lpstr>Ứng dụng thực tế</vt:lpstr>
      <vt:lpstr>So sánh các loại Firewall</vt:lpstr>
      <vt:lpstr>PowerPoint Presentation</vt:lpstr>
      <vt:lpstr>Các loại File cài đặt pfSense</vt:lpstr>
      <vt:lpstr>Tải các File cài đặt</vt:lpstr>
      <vt:lpstr>Mô hình LAB với VMWare</vt:lpstr>
      <vt:lpstr>Cấu hình máy ảo dành cho pfSens</vt:lpstr>
      <vt:lpstr>Cài đặt pfSense</vt:lpstr>
      <vt:lpstr>Thay đổi địa chỉ IP mặc định cổng LAN</vt:lpstr>
      <vt:lpstr>Truy cập trang Web quản lý</vt:lpstr>
      <vt:lpstr>PowerPoint Presentation</vt:lpstr>
      <vt:lpstr>Sử dụng Wizard</vt:lpstr>
      <vt:lpstr>Dashboard của pfSense</vt:lpstr>
      <vt:lpstr>Khai báo thông tin chung</vt:lpstr>
      <vt:lpstr>Quản lý User và Group</vt:lpstr>
      <vt:lpstr>Quản lý User và Group (tt)</vt:lpstr>
      <vt:lpstr>Khai báo Interface</vt:lpstr>
      <vt:lpstr>Cấu hình VLAN</vt:lpstr>
      <vt:lpstr>PowerPoint Presentation</vt:lpstr>
      <vt:lpstr>Tạo Alias</vt:lpstr>
      <vt:lpstr>Tạo Firewall Rule</vt:lpstr>
      <vt:lpstr>Tạo Firewall Rule</vt:lpstr>
      <vt:lpstr>Khai báo NAT Outbound</vt:lpstr>
      <vt:lpstr>Khai báo NAT 1:1</vt:lpstr>
      <vt:lpstr>Khai báo Port Forward</vt:lpstr>
      <vt:lpstr>Khai báo giới hạn tốc độ</vt:lpstr>
      <vt:lpstr>Lên lịch cho Rule</vt:lpstr>
      <vt:lpstr>Thảo luận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Nguyen Van Binh</dc:creator>
  <cp:lastModifiedBy>Nguyen Van Binh</cp:lastModifiedBy>
  <cp:revision>49</cp:revision>
  <dcterms:created xsi:type="dcterms:W3CDTF">2023-12-29T03:23:11Z</dcterms:created>
  <dcterms:modified xsi:type="dcterms:W3CDTF">2025-02-28T07:36:27Z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