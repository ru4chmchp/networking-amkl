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handoutMasterIdLst>
    <p:handoutMasterId r:id="rId26"/>
  </p:handoutMasterIdLst>
  <p:sldIdLst>
    <p:sldId id="261" r:id="rId2"/>
    <p:sldId id="374" r:id="rId3"/>
    <p:sldId id="375" r:id="rId4"/>
    <p:sldId id="376" r:id="rId5"/>
    <p:sldId id="377" r:id="rId6"/>
    <p:sldId id="378" r:id="rId7"/>
    <p:sldId id="379" r:id="rId8"/>
    <p:sldId id="380" r:id="rId9"/>
    <p:sldId id="381" r:id="rId10"/>
    <p:sldId id="382" r:id="rId11"/>
    <p:sldId id="383" r:id="rId12"/>
    <p:sldId id="384" r:id="rId13"/>
    <p:sldId id="385" r:id="rId14"/>
    <p:sldId id="386" r:id="rId15"/>
    <p:sldId id="387" r:id="rId16"/>
    <p:sldId id="388" r:id="rId17"/>
    <p:sldId id="389" r:id="rId18"/>
    <p:sldId id="390" r:id="rId19"/>
    <p:sldId id="391" r:id="rId20"/>
    <p:sldId id="392" r:id="rId21"/>
    <p:sldId id="393" r:id="rId22"/>
    <p:sldId id="394" r:id="rId23"/>
    <p:sldId id="27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DC002F-6DF8-4FC6-A0FF-C9C84D93B1E0}" v="2" dt="2025-02-28T07:36:53.027"/>
  </p1510:revLst>
</p1510:revInfo>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706" autoAdjust="0"/>
  </p:normalViewPr>
  <p:slideViewPr>
    <p:cSldViewPr snapToGrid="0">
      <p:cViewPr varScale="1">
        <p:scale>
          <a:sx n="95" d="100"/>
          <a:sy n="95" d="100"/>
        </p:scale>
        <p:origin x="206" y="91"/>
      </p:cViewPr>
      <p:guideLst>
        <p:guide pos="3840"/>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2" d="100"/>
          <a:sy n="82" d="100"/>
        </p:scale>
        <p:origin x="3852"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en Van Binh" userId="0723e927-8a1a-4aee-aedf-3e87600d6929" providerId="ADAL" clId="{89DC002F-6DF8-4FC6-A0FF-C9C84D93B1E0}"/>
    <pc:docChg chg="undo custSel addSld delSld modSld">
      <pc:chgData name="Nguyen Van Binh" userId="0723e927-8a1a-4aee-aedf-3e87600d6929" providerId="ADAL" clId="{89DC002F-6DF8-4FC6-A0FF-C9C84D93B1E0}" dt="2025-03-01T01:28:24.061" v="881" actId="1076"/>
      <pc:docMkLst>
        <pc:docMk/>
      </pc:docMkLst>
      <pc:sldChg chg="del">
        <pc:chgData name="Nguyen Van Binh" userId="0723e927-8a1a-4aee-aedf-3e87600d6929" providerId="ADAL" clId="{89DC002F-6DF8-4FC6-A0FF-C9C84D93B1E0}" dt="2025-02-28T03:40:22.100" v="56" actId="47"/>
        <pc:sldMkLst>
          <pc:docMk/>
          <pc:sldMk cId="3984617762" sldId="257"/>
        </pc:sldMkLst>
      </pc:sldChg>
      <pc:sldChg chg="addSp delSp modSp mod">
        <pc:chgData name="Nguyen Van Binh" userId="0723e927-8a1a-4aee-aedf-3e87600d6929" providerId="ADAL" clId="{89DC002F-6DF8-4FC6-A0FF-C9C84D93B1E0}" dt="2025-02-28T03:46:53.457" v="62" actId="1076"/>
        <pc:sldMkLst>
          <pc:docMk/>
          <pc:sldMk cId="106904919" sldId="261"/>
        </pc:sldMkLst>
        <pc:spChg chg="mod">
          <ac:chgData name="Nguyen Van Binh" userId="0723e927-8a1a-4aee-aedf-3e87600d6929" providerId="ADAL" clId="{89DC002F-6DF8-4FC6-A0FF-C9C84D93B1E0}" dt="2025-02-28T03:40:10.636" v="55" actId="1076"/>
          <ac:spMkLst>
            <pc:docMk/>
            <pc:sldMk cId="106904919" sldId="261"/>
            <ac:spMk id="2" creationId="{00000000-0000-0000-0000-000000000000}"/>
          </ac:spMkLst>
        </pc:spChg>
        <pc:picChg chg="del">
          <ac:chgData name="Nguyen Van Binh" userId="0723e927-8a1a-4aee-aedf-3e87600d6929" providerId="ADAL" clId="{89DC002F-6DF8-4FC6-A0FF-C9C84D93B1E0}" dt="2025-02-28T03:36:22.625" v="12" actId="478"/>
          <ac:picMkLst>
            <pc:docMk/>
            <pc:sldMk cId="106904919" sldId="261"/>
            <ac:picMk id="5" creationId="{8C9C1D70-ED90-C5DB-9A6E-3CFE708086CF}"/>
          </ac:picMkLst>
        </pc:picChg>
        <pc:picChg chg="add mod">
          <ac:chgData name="Nguyen Van Binh" userId="0723e927-8a1a-4aee-aedf-3e87600d6929" providerId="ADAL" clId="{89DC002F-6DF8-4FC6-A0FF-C9C84D93B1E0}" dt="2025-02-28T03:46:53.457" v="62" actId="1076"/>
          <ac:picMkLst>
            <pc:docMk/>
            <pc:sldMk cId="106904919" sldId="261"/>
            <ac:picMk id="6" creationId="{5C6A1302-8F60-094A-8C47-76CEC5D88994}"/>
          </ac:picMkLst>
        </pc:picChg>
        <pc:picChg chg="del">
          <ac:chgData name="Nguyen Van Binh" userId="0723e927-8a1a-4aee-aedf-3e87600d6929" providerId="ADAL" clId="{89DC002F-6DF8-4FC6-A0FF-C9C84D93B1E0}" dt="2025-02-28T03:36:23.046" v="13" actId="478"/>
          <ac:picMkLst>
            <pc:docMk/>
            <pc:sldMk cId="106904919" sldId="261"/>
            <ac:picMk id="8" creationId="{DF6CCD33-9691-CB17-8653-D228C2BB40BC}"/>
          </ac:picMkLst>
        </pc:picChg>
        <pc:picChg chg="add mod">
          <ac:chgData name="Nguyen Van Binh" userId="0723e927-8a1a-4aee-aedf-3e87600d6929" providerId="ADAL" clId="{89DC002F-6DF8-4FC6-A0FF-C9C84D93B1E0}" dt="2025-02-28T03:46:52.496" v="61" actId="1076"/>
          <ac:picMkLst>
            <pc:docMk/>
            <pc:sldMk cId="106904919" sldId="261"/>
            <ac:picMk id="9" creationId="{948CD762-C76F-F46C-0531-799805AC1193}"/>
          </ac:picMkLst>
        </pc:picChg>
        <pc:picChg chg="del">
          <ac:chgData name="Nguyen Van Binh" userId="0723e927-8a1a-4aee-aedf-3e87600d6929" providerId="ADAL" clId="{89DC002F-6DF8-4FC6-A0FF-C9C84D93B1E0}" dt="2025-02-28T03:36:23.510" v="14" actId="478"/>
          <ac:picMkLst>
            <pc:docMk/>
            <pc:sldMk cId="106904919" sldId="261"/>
            <ac:picMk id="10" creationId="{0F7A7092-9DAC-97D4-280A-7AB8558E6D12}"/>
          </ac:picMkLst>
        </pc:picChg>
        <pc:picChg chg="del">
          <ac:chgData name="Nguyen Van Binh" userId="0723e927-8a1a-4aee-aedf-3e87600d6929" providerId="ADAL" clId="{89DC002F-6DF8-4FC6-A0FF-C9C84D93B1E0}" dt="2025-02-28T03:36:21.850" v="11" actId="478"/>
          <ac:picMkLst>
            <pc:docMk/>
            <pc:sldMk cId="106904919" sldId="261"/>
            <ac:picMk id="1026" creationId="{A295C8E5-B611-C04A-0B8A-147981D83F75}"/>
          </ac:picMkLst>
        </pc:picChg>
      </pc:sldChg>
      <pc:sldChg chg="del">
        <pc:chgData name="Nguyen Van Binh" userId="0723e927-8a1a-4aee-aedf-3e87600d6929" providerId="ADAL" clId="{89DC002F-6DF8-4FC6-A0FF-C9C84D93B1E0}" dt="2025-02-28T03:40:22.100" v="56" actId="47"/>
        <pc:sldMkLst>
          <pc:docMk/>
          <pc:sldMk cId="3547381047" sldId="344"/>
        </pc:sldMkLst>
      </pc:sldChg>
      <pc:sldChg chg="del">
        <pc:chgData name="Nguyen Van Binh" userId="0723e927-8a1a-4aee-aedf-3e87600d6929" providerId="ADAL" clId="{89DC002F-6DF8-4FC6-A0FF-C9C84D93B1E0}" dt="2025-02-28T03:40:22.100" v="56" actId="47"/>
        <pc:sldMkLst>
          <pc:docMk/>
          <pc:sldMk cId="3401344475" sldId="345"/>
        </pc:sldMkLst>
      </pc:sldChg>
      <pc:sldChg chg="del">
        <pc:chgData name="Nguyen Van Binh" userId="0723e927-8a1a-4aee-aedf-3e87600d6929" providerId="ADAL" clId="{89DC002F-6DF8-4FC6-A0FF-C9C84D93B1E0}" dt="2025-02-28T03:40:22.100" v="56" actId="47"/>
        <pc:sldMkLst>
          <pc:docMk/>
          <pc:sldMk cId="797210148" sldId="346"/>
        </pc:sldMkLst>
      </pc:sldChg>
      <pc:sldChg chg="del">
        <pc:chgData name="Nguyen Van Binh" userId="0723e927-8a1a-4aee-aedf-3e87600d6929" providerId="ADAL" clId="{89DC002F-6DF8-4FC6-A0FF-C9C84D93B1E0}" dt="2025-02-28T03:40:22.100" v="56" actId="47"/>
        <pc:sldMkLst>
          <pc:docMk/>
          <pc:sldMk cId="797552170" sldId="347"/>
        </pc:sldMkLst>
      </pc:sldChg>
      <pc:sldChg chg="del">
        <pc:chgData name="Nguyen Van Binh" userId="0723e927-8a1a-4aee-aedf-3e87600d6929" providerId="ADAL" clId="{89DC002F-6DF8-4FC6-A0FF-C9C84D93B1E0}" dt="2025-02-28T03:40:49.841" v="59" actId="2696"/>
        <pc:sldMkLst>
          <pc:docMk/>
          <pc:sldMk cId="629058701" sldId="348"/>
        </pc:sldMkLst>
      </pc:sldChg>
      <pc:sldChg chg="del">
        <pc:chgData name="Nguyen Van Binh" userId="0723e927-8a1a-4aee-aedf-3e87600d6929" providerId="ADAL" clId="{89DC002F-6DF8-4FC6-A0FF-C9C84D93B1E0}" dt="2025-02-28T03:40:22.100" v="56" actId="47"/>
        <pc:sldMkLst>
          <pc:docMk/>
          <pc:sldMk cId="2057048334" sldId="349"/>
        </pc:sldMkLst>
      </pc:sldChg>
      <pc:sldChg chg="del">
        <pc:chgData name="Nguyen Van Binh" userId="0723e927-8a1a-4aee-aedf-3e87600d6929" providerId="ADAL" clId="{89DC002F-6DF8-4FC6-A0FF-C9C84D93B1E0}" dt="2025-02-28T03:40:22.100" v="56" actId="47"/>
        <pc:sldMkLst>
          <pc:docMk/>
          <pc:sldMk cId="1691871442" sldId="350"/>
        </pc:sldMkLst>
      </pc:sldChg>
      <pc:sldChg chg="del">
        <pc:chgData name="Nguyen Van Binh" userId="0723e927-8a1a-4aee-aedf-3e87600d6929" providerId="ADAL" clId="{89DC002F-6DF8-4FC6-A0FF-C9C84D93B1E0}" dt="2025-02-28T03:40:22.100" v="56" actId="47"/>
        <pc:sldMkLst>
          <pc:docMk/>
          <pc:sldMk cId="2278606163" sldId="351"/>
        </pc:sldMkLst>
      </pc:sldChg>
      <pc:sldChg chg="del">
        <pc:chgData name="Nguyen Van Binh" userId="0723e927-8a1a-4aee-aedf-3e87600d6929" providerId="ADAL" clId="{89DC002F-6DF8-4FC6-A0FF-C9C84D93B1E0}" dt="2025-02-28T03:40:22.100" v="56" actId="47"/>
        <pc:sldMkLst>
          <pc:docMk/>
          <pc:sldMk cId="3413828712" sldId="352"/>
        </pc:sldMkLst>
      </pc:sldChg>
      <pc:sldChg chg="del">
        <pc:chgData name="Nguyen Van Binh" userId="0723e927-8a1a-4aee-aedf-3e87600d6929" providerId="ADAL" clId="{89DC002F-6DF8-4FC6-A0FF-C9C84D93B1E0}" dt="2025-02-28T03:40:22.100" v="56" actId="47"/>
        <pc:sldMkLst>
          <pc:docMk/>
          <pc:sldMk cId="3619019479" sldId="353"/>
        </pc:sldMkLst>
      </pc:sldChg>
      <pc:sldChg chg="del">
        <pc:chgData name="Nguyen Van Binh" userId="0723e927-8a1a-4aee-aedf-3e87600d6929" providerId="ADAL" clId="{89DC002F-6DF8-4FC6-A0FF-C9C84D93B1E0}" dt="2025-02-28T03:40:22.100" v="56" actId="47"/>
        <pc:sldMkLst>
          <pc:docMk/>
          <pc:sldMk cId="1100229050" sldId="354"/>
        </pc:sldMkLst>
      </pc:sldChg>
      <pc:sldChg chg="del">
        <pc:chgData name="Nguyen Van Binh" userId="0723e927-8a1a-4aee-aedf-3e87600d6929" providerId="ADAL" clId="{89DC002F-6DF8-4FC6-A0FF-C9C84D93B1E0}" dt="2025-02-28T03:40:22.100" v="56" actId="47"/>
        <pc:sldMkLst>
          <pc:docMk/>
          <pc:sldMk cId="3242696649" sldId="355"/>
        </pc:sldMkLst>
      </pc:sldChg>
      <pc:sldChg chg="del">
        <pc:chgData name="Nguyen Van Binh" userId="0723e927-8a1a-4aee-aedf-3e87600d6929" providerId="ADAL" clId="{89DC002F-6DF8-4FC6-A0FF-C9C84D93B1E0}" dt="2025-02-28T03:40:22.100" v="56" actId="47"/>
        <pc:sldMkLst>
          <pc:docMk/>
          <pc:sldMk cId="2269407369" sldId="356"/>
        </pc:sldMkLst>
      </pc:sldChg>
      <pc:sldChg chg="del">
        <pc:chgData name="Nguyen Van Binh" userId="0723e927-8a1a-4aee-aedf-3e87600d6929" providerId="ADAL" clId="{89DC002F-6DF8-4FC6-A0FF-C9C84D93B1E0}" dt="2025-02-28T03:40:22.100" v="56" actId="47"/>
        <pc:sldMkLst>
          <pc:docMk/>
          <pc:sldMk cId="2174731259" sldId="357"/>
        </pc:sldMkLst>
      </pc:sldChg>
      <pc:sldChg chg="del">
        <pc:chgData name="Nguyen Van Binh" userId="0723e927-8a1a-4aee-aedf-3e87600d6929" providerId="ADAL" clId="{89DC002F-6DF8-4FC6-A0FF-C9C84D93B1E0}" dt="2025-02-28T03:40:22.100" v="56" actId="47"/>
        <pc:sldMkLst>
          <pc:docMk/>
          <pc:sldMk cId="2497949982" sldId="358"/>
        </pc:sldMkLst>
      </pc:sldChg>
      <pc:sldChg chg="del">
        <pc:chgData name="Nguyen Van Binh" userId="0723e927-8a1a-4aee-aedf-3e87600d6929" providerId="ADAL" clId="{89DC002F-6DF8-4FC6-A0FF-C9C84D93B1E0}" dt="2025-02-28T03:40:22.100" v="56" actId="47"/>
        <pc:sldMkLst>
          <pc:docMk/>
          <pc:sldMk cId="319574852" sldId="359"/>
        </pc:sldMkLst>
      </pc:sldChg>
      <pc:sldChg chg="del">
        <pc:chgData name="Nguyen Van Binh" userId="0723e927-8a1a-4aee-aedf-3e87600d6929" providerId="ADAL" clId="{89DC002F-6DF8-4FC6-A0FF-C9C84D93B1E0}" dt="2025-02-28T03:40:22.100" v="56" actId="47"/>
        <pc:sldMkLst>
          <pc:docMk/>
          <pc:sldMk cId="119852906" sldId="360"/>
        </pc:sldMkLst>
      </pc:sldChg>
      <pc:sldChg chg="del">
        <pc:chgData name="Nguyen Van Binh" userId="0723e927-8a1a-4aee-aedf-3e87600d6929" providerId="ADAL" clId="{89DC002F-6DF8-4FC6-A0FF-C9C84D93B1E0}" dt="2025-02-28T03:40:22.100" v="56" actId="47"/>
        <pc:sldMkLst>
          <pc:docMk/>
          <pc:sldMk cId="4268110384" sldId="361"/>
        </pc:sldMkLst>
      </pc:sldChg>
      <pc:sldChg chg="del">
        <pc:chgData name="Nguyen Van Binh" userId="0723e927-8a1a-4aee-aedf-3e87600d6929" providerId="ADAL" clId="{89DC002F-6DF8-4FC6-A0FF-C9C84D93B1E0}" dt="2025-02-28T03:40:22.100" v="56" actId="47"/>
        <pc:sldMkLst>
          <pc:docMk/>
          <pc:sldMk cId="3716503257" sldId="362"/>
        </pc:sldMkLst>
      </pc:sldChg>
      <pc:sldChg chg="del">
        <pc:chgData name="Nguyen Van Binh" userId="0723e927-8a1a-4aee-aedf-3e87600d6929" providerId="ADAL" clId="{89DC002F-6DF8-4FC6-A0FF-C9C84D93B1E0}" dt="2025-02-28T03:40:22.100" v="56" actId="47"/>
        <pc:sldMkLst>
          <pc:docMk/>
          <pc:sldMk cId="1492270596" sldId="363"/>
        </pc:sldMkLst>
      </pc:sldChg>
      <pc:sldChg chg="del">
        <pc:chgData name="Nguyen Van Binh" userId="0723e927-8a1a-4aee-aedf-3e87600d6929" providerId="ADAL" clId="{89DC002F-6DF8-4FC6-A0FF-C9C84D93B1E0}" dt="2025-02-28T03:40:22.100" v="56" actId="47"/>
        <pc:sldMkLst>
          <pc:docMk/>
          <pc:sldMk cId="2369293416" sldId="364"/>
        </pc:sldMkLst>
      </pc:sldChg>
      <pc:sldChg chg="del">
        <pc:chgData name="Nguyen Van Binh" userId="0723e927-8a1a-4aee-aedf-3e87600d6929" providerId="ADAL" clId="{89DC002F-6DF8-4FC6-A0FF-C9C84D93B1E0}" dt="2025-02-28T03:40:22.100" v="56" actId="47"/>
        <pc:sldMkLst>
          <pc:docMk/>
          <pc:sldMk cId="3707479497" sldId="365"/>
        </pc:sldMkLst>
      </pc:sldChg>
      <pc:sldChg chg="del">
        <pc:chgData name="Nguyen Van Binh" userId="0723e927-8a1a-4aee-aedf-3e87600d6929" providerId="ADAL" clId="{89DC002F-6DF8-4FC6-A0FF-C9C84D93B1E0}" dt="2025-02-28T03:40:22.100" v="56" actId="47"/>
        <pc:sldMkLst>
          <pc:docMk/>
          <pc:sldMk cId="3967047632" sldId="366"/>
        </pc:sldMkLst>
      </pc:sldChg>
      <pc:sldChg chg="del">
        <pc:chgData name="Nguyen Van Binh" userId="0723e927-8a1a-4aee-aedf-3e87600d6929" providerId="ADAL" clId="{89DC002F-6DF8-4FC6-A0FF-C9C84D93B1E0}" dt="2025-02-28T03:40:22.100" v="56" actId="47"/>
        <pc:sldMkLst>
          <pc:docMk/>
          <pc:sldMk cId="4239052653" sldId="367"/>
        </pc:sldMkLst>
      </pc:sldChg>
      <pc:sldChg chg="del">
        <pc:chgData name="Nguyen Van Binh" userId="0723e927-8a1a-4aee-aedf-3e87600d6929" providerId="ADAL" clId="{89DC002F-6DF8-4FC6-A0FF-C9C84D93B1E0}" dt="2025-02-28T03:40:22.100" v="56" actId="47"/>
        <pc:sldMkLst>
          <pc:docMk/>
          <pc:sldMk cId="909653986" sldId="368"/>
        </pc:sldMkLst>
      </pc:sldChg>
      <pc:sldChg chg="del">
        <pc:chgData name="Nguyen Van Binh" userId="0723e927-8a1a-4aee-aedf-3e87600d6929" providerId="ADAL" clId="{89DC002F-6DF8-4FC6-A0FF-C9C84D93B1E0}" dt="2025-02-28T03:40:22.100" v="56" actId="47"/>
        <pc:sldMkLst>
          <pc:docMk/>
          <pc:sldMk cId="3358915320" sldId="369"/>
        </pc:sldMkLst>
      </pc:sldChg>
      <pc:sldChg chg="del">
        <pc:chgData name="Nguyen Van Binh" userId="0723e927-8a1a-4aee-aedf-3e87600d6929" providerId="ADAL" clId="{89DC002F-6DF8-4FC6-A0FF-C9C84D93B1E0}" dt="2025-02-28T03:40:22.100" v="56" actId="47"/>
        <pc:sldMkLst>
          <pc:docMk/>
          <pc:sldMk cId="1647500866" sldId="370"/>
        </pc:sldMkLst>
      </pc:sldChg>
      <pc:sldChg chg="del">
        <pc:chgData name="Nguyen Van Binh" userId="0723e927-8a1a-4aee-aedf-3e87600d6929" providerId="ADAL" clId="{89DC002F-6DF8-4FC6-A0FF-C9C84D93B1E0}" dt="2025-02-28T03:40:22.100" v="56" actId="47"/>
        <pc:sldMkLst>
          <pc:docMk/>
          <pc:sldMk cId="2892948164" sldId="371"/>
        </pc:sldMkLst>
      </pc:sldChg>
      <pc:sldChg chg="del">
        <pc:chgData name="Nguyen Van Binh" userId="0723e927-8a1a-4aee-aedf-3e87600d6929" providerId="ADAL" clId="{89DC002F-6DF8-4FC6-A0FF-C9C84D93B1E0}" dt="2025-02-28T03:40:22.100" v="56" actId="47"/>
        <pc:sldMkLst>
          <pc:docMk/>
          <pc:sldMk cId="4244086498" sldId="372"/>
        </pc:sldMkLst>
      </pc:sldChg>
      <pc:sldChg chg="del">
        <pc:chgData name="Nguyen Van Binh" userId="0723e927-8a1a-4aee-aedf-3e87600d6929" providerId="ADAL" clId="{89DC002F-6DF8-4FC6-A0FF-C9C84D93B1E0}" dt="2025-02-28T03:40:22.100" v="56" actId="47"/>
        <pc:sldMkLst>
          <pc:docMk/>
          <pc:sldMk cId="245884243" sldId="373"/>
        </pc:sldMkLst>
      </pc:sldChg>
      <pc:sldChg chg="add del">
        <pc:chgData name="Nguyen Van Binh" userId="0723e927-8a1a-4aee-aedf-3e87600d6929" providerId="ADAL" clId="{89DC002F-6DF8-4FC6-A0FF-C9C84D93B1E0}" dt="2025-02-28T03:40:46.203" v="58" actId="47"/>
        <pc:sldMkLst>
          <pc:docMk/>
          <pc:sldMk cId="3317934661" sldId="374"/>
        </pc:sldMkLst>
      </pc:sldChg>
      <pc:sldChg chg="modSp mod">
        <pc:chgData name="Nguyen Van Binh" userId="0723e927-8a1a-4aee-aedf-3e87600d6929" providerId="ADAL" clId="{89DC002F-6DF8-4FC6-A0FF-C9C84D93B1E0}" dt="2025-02-28T07:36:38.767" v="244" actId="208"/>
        <pc:sldMkLst>
          <pc:docMk/>
          <pc:sldMk cId="3399610751" sldId="375"/>
        </pc:sldMkLst>
        <pc:picChg chg="mod">
          <ac:chgData name="Nguyen Van Binh" userId="0723e927-8a1a-4aee-aedf-3e87600d6929" providerId="ADAL" clId="{89DC002F-6DF8-4FC6-A0FF-C9C84D93B1E0}" dt="2025-02-28T07:36:38.767" v="244" actId="208"/>
          <ac:picMkLst>
            <pc:docMk/>
            <pc:sldMk cId="3399610751" sldId="375"/>
            <ac:picMk id="5" creationId="{A539D276-57E1-313B-455D-6CA148BC1E5A}"/>
          </ac:picMkLst>
        </pc:picChg>
        <pc:picChg chg="mod">
          <ac:chgData name="Nguyen Van Binh" userId="0723e927-8a1a-4aee-aedf-3e87600d6929" providerId="ADAL" clId="{89DC002F-6DF8-4FC6-A0FF-C9C84D93B1E0}" dt="2025-02-28T07:36:38.767" v="244" actId="208"/>
          <ac:picMkLst>
            <pc:docMk/>
            <pc:sldMk cId="3399610751" sldId="375"/>
            <ac:picMk id="7" creationId="{08F0B6A9-8BE0-0E4A-C3D5-96EF0D2A5A71}"/>
          </ac:picMkLst>
        </pc:picChg>
      </pc:sldChg>
      <pc:sldChg chg="modSp mod">
        <pc:chgData name="Nguyen Van Binh" userId="0723e927-8a1a-4aee-aedf-3e87600d6929" providerId="ADAL" clId="{89DC002F-6DF8-4FC6-A0FF-C9C84D93B1E0}" dt="2025-02-28T07:36:44.011" v="246" actId="208"/>
        <pc:sldMkLst>
          <pc:docMk/>
          <pc:sldMk cId="2965596528" sldId="376"/>
        </pc:sldMkLst>
        <pc:picChg chg="mod">
          <ac:chgData name="Nguyen Van Binh" userId="0723e927-8a1a-4aee-aedf-3e87600d6929" providerId="ADAL" clId="{89DC002F-6DF8-4FC6-A0FF-C9C84D93B1E0}" dt="2025-02-28T07:36:44.011" v="246" actId="208"/>
          <ac:picMkLst>
            <pc:docMk/>
            <pc:sldMk cId="2965596528" sldId="376"/>
            <ac:picMk id="6" creationId="{07BF0C79-3930-513A-E399-6E7FF379D3D6}"/>
          </ac:picMkLst>
        </pc:picChg>
        <pc:picChg chg="mod">
          <ac:chgData name="Nguyen Van Binh" userId="0723e927-8a1a-4aee-aedf-3e87600d6929" providerId="ADAL" clId="{89DC002F-6DF8-4FC6-A0FF-C9C84D93B1E0}" dt="2025-02-28T07:36:44.011" v="246" actId="208"/>
          <ac:picMkLst>
            <pc:docMk/>
            <pc:sldMk cId="2965596528" sldId="376"/>
            <ac:picMk id="9" creationId="{483E76C2-6B8A-0069-C5A5-9E998FDBEA58}"/>
          </ac:picMkLst>
        </pc:picChg>
      </pc:sldChg>
      <pc:sldChg chg="modSp mod">
        <pc:chgData name="Nguyen Van Binh" userId="0723e927-8a1a-4aee-aedf-3e87600d6929" providerId="ADAL" clId="{89DC002F-6DF8-4FC6-A0FF-C9C84D93B1E0}" dt="2025-02-28T07:36:49.724" v="247" actId="208"/>
        <pc:sldMkLst>
          <pc:docMk/>
          <pc:sldMk cId="3214754734" sldId="377"/>
        </pc:sldMkLst>
        <pc:picChg chg="mod">
          <ac:chgData name="Nguyen Van Binh" userId="0723e927-8a1a-4aee-aedf-3e87600d6929" providerId="ADAL" clId="{89DC002F-6DF8-4FC6-A0FF-C9C84D93B1E0}" dt="2025-02-28T07:36:49.724" v="247" actId="208"/>
          <ac:picMkLst>
            <pc:docMk/>
            <pc:sldMk cId="3214754734" sldId="377"/>
            <ac:picMk id="5" creationId="{2B7ADD61-7D76-7E8A-94B8-1E0AA7A0111A}"/>
          </ac:picMkLst>
        </pc:picChg>
      </pc:sldChg>
      <pc:sldChg chg="modSp">
        <pc:chgData name="Nguyen Van Binh" userId="0723e927-8a1a-4aee-aedf-3e87600d6929" providerId="ADAL" clId="{89DC002F-6DF8-4FC6-A0FF-C9C84D93B1E0}" dt="2025-02-28T07:36:53.027" v="248" actId="208"/>
        <pc:sldMkLst>
          <pc:docMk/>
          <pc:sldMk cId="719975459" sldId="379"/>
        </pc:sldMkLst>
        <pc:picChg chg="mod">
          <ac:chgData name="Nguyen Van Binh" userId="0723e927-8a1a-4aee-aedf-3e87600d6929" providerId="ADAL" clId="{89DC002F-6DF8-4FC6-A0FF-C9C84D93B1E0}" dt="2025-02-28T07:36:53.027" v="248" actId="208"/>
          <ac:picMkLst>
            <pc:docMk/>
            <pc:sldMk cId="719975459" sldId="379"/>
            <ac:picMk id="1026" creationId="{A1EFC15E-FA16-01B9-C37A-87525A728693}"/>
          </ac:picMkLst>
        </pc:picChg>
      </pc:sldChg>
      <pc:sldChg chg="addSp delSp modSp mod">
        <pc:chgData name="Nguyen Van Binh" userId="0723e927-8a1a-4aee-aedf-3e87600d6929" providerId="ADAL" clId="{89DC002F-6DF8-4FC6-A0FF-C9C84D93B1E0}" dt="2025-02-28T09:15:57.076" v="822" actId="1076"/>
        <pc:sldMkLst>
          <pc:docMk/>
          <pc:sldMk cId="3992105509" sldId="380"/>
        </pc:sldMkLst>
        <pc:spChg chg="mod">
          <ac:chgData name="Nguyen Van Binh" userId="0723e927-8a1a-4aee-aedf-3e87600d6929" providerId="ADAL" clId="{89DC002F-6DF8-4FC6-A0FF-C9C84D93B1E0}" dt="2025-02-28T07:40:00.743" v="386" actId="20577"/>
          <ac:spMkLst>
            <pc:docMk/>
            <pc:sldMk cId="3992105509" sldId="380"/>
            <ac:spMk id="3" creationId="{94A97F0C-066A-83E3-C16E-FA4373942629}"/>
          </ac:spMkLst>
        </pc:spChg>
        <pc:picChg chg="add del mod">
          <ac:chgData name="Nguyen Van Binh" userId="0723e927-8a1a-4aee-aedf-3e87600d6929" providerId="ADAL" clId="{89DC002F-6DF8-4FC6-A0FF-C9C84D93B1E0}" dt="2025-02-28T09:15:53.831" v="820" actId="478"/>
          <ac:picMkLst>
            <pc:docMk/>
            <pc:sldMk cId="3992105509" sldId="380"/>
            <ac:picMk id="5" creationId="{01930D3B-CBFE-3D70-2974-D39C184D4BE5}"/>
          </ac:picMkLst>
        </pc:picChg>
        <pc:picChg chg="add mod">
          <ac:chgData name="Nguyen Van Binh" userId="0723e927-8a1a-4aee-aedf-3e87600d6929" providerId="ADAL" clId="{89DC002F-6DF8-4FC6-A0FF-C9C84D93B1E0}" dt="2025-02-28T09:15:57.076" v="822" actId="1076"/>
          <ac:picMkLst>
            <pc:docMk/>
            <pc:sldMk cId="3992105509" sldId="380"/>
            <ac:picMk id="6" creationId="{4E1B3C4C-8497-3259-B1DE-AF1AFF42EB87}"/>
          </ac:picMkLst>
        </pc:picChg>
        <pc:picChg chg="del mod">
          <ac:chgData name="Nguyen Van Binh" userId="0723e927-8a1a-4aee-aedf-3e87600d6929" providerId="ADAL" clId="{89DC002F-6DF8-4FC6-A0FF-C9C84D93B1E0}" dt="2025-02-28T07:39:06.675" v="250" actId="478"/>
          <ac:picMkLst>
            <pc:docMk/>
            <pc:sldMk cId="3992105509" sldId="380"/>
            <ac:picMk id="7" creationId="{AF6449C0-0424-8C18-6FB3-98AF6108326C}"/>
          </ac:picMkLst>
        </pc:picChg>
      </pc:sldChg>
      <pc:sldChg chg="addSp delSp modSp mod">
        <pc:chgData name="Nguyen Van Binh" userId="0723e927-8a1a-4aee-aedf-3e87600d6929" providerId="ADAL" clId="{89DC002F-6DF8-4FC6-A0FF-C9C84D93B1E0}" dt="2025-03-01T01:28:24.061" v="881" actId="1076"/>
        <pc:sldMkLst>
          <pc:docMk/>
          <pc:sldMk cId="885889509" sldId="381"/>
        </pc:sldMkLst>
        <pc:picChg chg="del">
          <ac:chgData name="Nguyen Van Binh" userId="0723e927-8a1a-4aee-aedf-3e87600d6929" providerId="ADAL" clId="{89DC002F-6DF8-4FC6-A0FF-C9C84D93B1E0}" dt="2025-03-01T01:28:19.209" v="877" actId="478"/>
          <ac:picMkLst>
            <pc:docMk/>
            <pc:sldMk cId="885889509" sldId="381"/>
            <ac:picMk id="5" creationId="{87A43AFC-67C8-293B-F73F-47098C7D8F82}"/>
          </ac:picMkLst>
        </pc:picChg>
        <pc:picChg chg="add mod">
          <ac:chgData name="Nguyen Van Binh" userId="0723e927-8a1a-4aee-aedf-3e87600d6929" providerId="ADAL" clId="{89DC002F-6DF8-4FC6-A0FF-C9C84D93B1E0}" dt="2025-03-01T01:28:24.061" v="881" actId="1076"/>
          <ac:picMkLst>
            <pc:docMk/>
            <pc:sldMk cId="885889509" sldId="381"/>
            <ac:picMk id="6" creationId="{6194F837-E7A1-540B-8CC0-75201E1D4A9B}"/>
          </ac:picMkLst>
        </pc:picChg>
      </pc:sldChg>
      <pc:sldChg chg="addSp delSp modSp mod">
        <pc:chgData name="Nguyen Van Binh" userId="0723e927-8a1a-4aee-aedf-3e87600d6929" providerId="ADAL" clId="{89DC002F-6DF8-4FC6-A0FF-C9C84D93B1E0}" dt="2025-02-28T07:32:03.424" v="243" actId="208"/>
        <pc:sldMkLst>
          <pc:docMk/>
          <pc:sldMk cId="1943308055" sldId="382"/>
        </pc:sldMkLst>
        <pc:spChg chg="mod">
          <ac:chgData name="Nguyen Van Binh" userId="0723e927-8a1a-4aee-aedf-3e87600d6929" providerId="ADAL" clId="{89DC002F-6DF8-4FC6-A0FF-C9C84D93B1E0}" dt="2025-02-28T07:12:24.063" v="81" actId="1076"/>
          <ac:spMkLst>
            <pc:docMk/>
            <pc:sldMk cId="1943308055" sldId="382"/>
            <ac:spMk id="3" creationId="{60FDBDFB-A404-8C8D-4F98-0F434DAF74AC}"/>
          </ac:spMkLst>
        </pc:spChg>
        <pc:picChg chg="add mod">
          <ac:chgData name="Nguyen Van Binh" userId="0723e927-8a1a-4aee-aedf-3e87600d6929" providerId="ADAL" clId="{89DC002F-6DF8-4FC6-A0FF-C9C84D93B1E0}" dt="2025-02-28T07:32:03.424" v="243" actId="208"/>
          <ac:picMkLst>
            <pc:docMk/>
            <pc:sldMk cId="1943308055" sldId="382"/>
            <ac:picMk id="5" creationId="{C9160DF5-37D6-B5FB-1271-86B5D5A716D3}"/>
          </ac:picMkLst>
        </pc:picChg>
        <pc:picChg chg="mod">
          <ac:chgData name="Nguyen Van Binh" userId="0723e927-8a1a-4aee-aedf-3e87600d6929" providerId="ADAL" clId="{89DC002F-6DF8-4FC6-A0FF-C9C84D93B1E0}" dt="2025-02-28T07:32:03.424" v="243" actId="208"/>
          <ac:picMkLst>
            <pc:docMk/>
            <pc:sldMk cId="1943308055" sldId="382"/>
            <ac:picMk id="6" creationId="{AD4D83CC-C2D6-500D-A20B-32F806C9FE45}"/>
          </ac:picMkLst>
        </pc:picChg>
        <pc:picChg chg="add del">
          <ac:chgData name="Nguyen Van Binh" userId="0723e927-8a1a-4aee-aedf-3e87600d6929" providerId="ADAL" clId="{89DC002F-6DF8-4FC6-A0FF-C9C84D93B1E0}" dt="2025-02-28T07:05:25.133" v="77" actId="478"/>
          <ac:picMkLst>
            <pc:docMk/>
            <pc:sldMk cId="1943308055" sldId="382"/>
            <ac:picMk id="8" creationId="{1646223E-EDC5-AE2D-D473-2436441CA8A7}"/>
          </ac:picMkLst>
        </pc:picChg>
        <pc:picChg chg="add mod">
          <ac:chgData name="Nguyen Van Binh" userId="0723e927-8a1a-4aee-aedf-3e87600d6929" providerId="ADAL" clId="{89DC002F-6DF8-4FC6-A0FF-C9C84D93B1E0}" dt="2025-02-28T07:32:03.424" v="243" actId="208"/>
          <ac:picMkLst>
            <pc:docMk/>
            <pc:sldMk cId="1943308055" sldId="382"/>
            <ac:picMk id="9" creationId="{3CAD31DE-CAB1-A5E4-2665-AABF8374737C}"/>
          </ac:picMkLst>
        </pc:picChg>
      </pc:sldChg>
      <pc:sldChg chg="addSp delSp modSp mod">
        <pc:chgData name="Nguyen Van Binh" userId="0723e927-8a1a-4aee-aedf-3e87600d6929" providerId="ADAL" clId="{89DC002F-6DF8-4FC6-A0FF-C9C84D93B1E0}" dt="2025-02-28T07:31:58.541" v="242" actId="208"/>
        <pc:sldMkLst>
          <pc:docMk/>
          <pc:sldMk cId="3695791045" sldId="383"/>
        </pc:sldMkLst>
        <pc:spChg chg="mod">
          <ac:chgData name="Nguyen Van Binh" userId="0723e927-8a1a-4aee-aedf-3e87600d6929" providerId="ADAL" clId="{89DC002F-6DF8-4FC6-A0FF-C9C84D93B1E0}" dt="2025-02-28T07:16:23.232" v="100" actId="1076"/>
          <ac:spMkLst>
            <pc:docMk/>
            <pc:sldMk cId="3695791045" sldId="383"/>
            <ac:spMk id="3" creationId="{D0D9E55A-6430-9F9E-2E93-AE7BB43C7308}"/>
          </ac:spMkLst>
        </pc:spChg>
        <pc:picChg chg="del">
          <ac:chgData name="Nguyen Van Binh" userId="0723e927-8a1a-4aee-aedf-3e87600d6929" providerId="ADAL" clId="{89DC002F-6DF8-4FC6-A0FF-C9C84D93B1E0}" dt="2025-02-28T07:12:57.272" v="91" actId="478"/>
          <ac:picMkLst>
            <pc:docMk/>
            <pc:sldMk cId="3695791045" sldId="383"/>
            <ac:picMk id="5" creationId="{F4AD7619-4C43-65C1-951D-C3A6A9A13F63}"/>
          </ac:picMkLst>
        </pc:picChg>
        <pc:picChg chg="add mod">
          <ac:chgData name="Nguyen Van Binh" userId="0723e927-8a1a-4aee-aedf-3e87600d6929" providerId="ADAL" clId="{89DC002F-6DF8-4FC6-A0FF-C9C84D93B1E0}" dt="2025-02-28T07:31:58.541" v="242" actId="208"/>
          <ac:picMkLst>
            <pc:docMk/>
            <pc:sldMk cId="3695791045" sldId="383"/>
            <ac:picMk id="6" creationId="{A35E2AB9-E4F8-7A88-5E17-42BCF8B65C57}"/>
          </ac:picMkLst>
        </pc:picChg>
        <pc:picChg chg="add mod">
          <ac:chgData name="Nguyen Van Binh" userId="0723e927-8a1a-4aee-aedf-3e87600d6929" providerId="ADAL" clId="{89DC002F-6DF8-4FC6-A0FF-C9C84D93B1E0}" dt="2025-02-28T07:31:58.541" v="242" actId="208"/>
          <ac:picMkLst>
            <pc:docMk/>
            <pc:sldMk cId="3695791045" sldId="383"/>
            <ac:picMk id="8" creationId="{39239332-D662-4FFE-A58D-5897AA03E6FE}"/>
          </ac:picMkLst>
        </pc:picChg>
        <pc:picChg chg="del mod">
          <ac:chgData name="Nguyen Van Binh" userId="0723e927-8a1a-4aee-aedf-3e87600d6929" providerId="ADAL" clId="{89DC002F-6DF8-4FC6-A0FF-C9C84D93B1E0}" dt="2025-02-28T07:14:37.701" v="96" actId="478"/>
          <ac:picMkLst>
            <pc:docMk/>
            <pc:sldMk cId="3695791045" sldId="383"/>
            <ac:picMk id="9" creationId="{AFFA821C-E70B-39E2-8580-BB2805E03886}"/>
          </ac:picMkLst>
        </pc:picChg>
      </pc:sldChg>
      <pc:sldChg chg="modSp mod">
        <pc:chgData name="Nguyen Van Binh" userId="0723e927-8a1a-4aee-aedf-3e87600d6929" providerId="ADAL" clId="{89DC002F-6DF8-4FC6-A0FF-C9C84D93B1E0}" dt="2025-02-28T07:31:55.261" v="241" actId="208"/>
        <pc:sldMkLst>
          <pc:docMk/>
          <pc:sldMk cId="273584556" sldId="384"/>
        </pc:sldMkLst>
        <pc:picChg chg="mod">
          <ac:chgData name="Nguyen Van Binh" userId="0723e927-8a1a-4aee-aedf-3e87600d6929" providerId="ADAL" clId="{89DC002F-6DF8-4FC6-A0FF-C9C84D93B1E0}" dt="2025-02-28T07:31:55.261" v="241" actId="208"/>
          <ac:picMkLst>
            <pc:docMk/>
            <pc:sldMk cId="273584556" sldId="384"/>
            <ac:picMk id="6" creationId="{A0D83E7E-2654-7B7E-52C7-B295BC0146CD}"/>
          </ac:picMkLst>
        </pc:picChg>
        <pc:picChg chg="mod">
          <ac:chgData name="Nguyen Van Binh" userId="0723e927-8a1a-4aee-aedf-3e87600d6929" providerId="ADAL" clId="{89DC002F-6DF8-4FC6-A0FF-C9C84D93B1E0}" dt="2025-02-28T07:31:55.261" v="241" actId="208"/>
          <ac:picMkLst>
            <pc:docMk/>
            <pc:sldMk cId="273584556" sldId="384"/>
            <ac:picMk id="8" creationId="{872B8A83-31D0-2462-31DA-B90EE0410A3A}"/>
          </ac:picMkLst>
        </pc:picChg>
      </pc:sldChg>
      <pc:sldChg chg="addSp modSp mod">
        <pc:chgData name="Nguyen Van Binh" userId="0723e927-8a1a-4aee-aedf-3e87600d6929" providerId="ADAL" clId="{89DC002F-6DF8-4FC6-A0FF-C9C84D93B1E0}" dt="2025-02-28T07:31:51.402" v="240" actId="1076"/>
        <pc:sldMkLst>
          <pc:docMk/>
          <pc:sldMk cId="3186977064" sldId="385"/>
        </pc:sldMkLst>
        <pc:picChg chg="mod">
          <ac:chgData name="Nguyen Van Binh" userId="0723e927-8a1a-4aee-aedf-3e87600d6929" providerId="ADAL" clId="{89DC002F-6DF8-4FC6-A0FF-C9C84D93B1E0}" dt="2025-02-28T07:31:47.883" v="239" actId="208"/>
          <ac:picMkLst>
            <pc:docMk/>
            <pc:sldMk cId="3186977064" sldId="385"/>
            <ac:picMk id="5" creationId="{C3531947-80EC-9F14-DDD0-D2CC51AB2021}"/>
          </ac:picMkLst>
        </pc:picChg>
        <pc:picChg chg="add mod">
          <ac:chgData name="Nguyen Van Binh" userId="0723e927-8a1a-4aee-aedf-3e87600d6929" providerId="ADAL" clId="{89DC002F-6DF8-4FC6-A0FF-C9C84D93B1E0}" dt="2025-02-28T07:31:51.402" v="240" actId="1076"/>
          <ac:picMkLst>
            <pc:docMk/>
            <pc:sldMk cId="3186977064" sldId="385"/>
            <ac:picMk id="6" creationId="{4365CD53-71E9-8C37-029E-CC4AE84DA329}"/>
          </ac:picMkLst>
        </pc:picChg>
        <pc:picChg chg="mod">
          <ac:chgData name="Nguyen Van Binh" userId="0723e927-8a1a-4aee-aedf-3e87600d6929" providerId="ADAL" clId="{89DC002F-6DF8-4FC6-A0FF-C9C84D93B1E0}" dt="2025-02-28T07:31:47.883" v="239" actId="208"/>
          <ac:picMkLst>
            <pc:docMk/>
            <pc:sldMk cId="3186977064" sldId="385"/>
            <ac:picMk id="9" creationId="{34CD7127-D66A-5C89-910F-49B701DF543B}"/>
          </ac:picMkLst>
        </pc:picChg>
      </pc:sldChg>
      <pc:sldChg chg="addSp delSp modSp add mod">
        <pc:chgData name="Nguyen Van Binh" userId="0723e927-8a1a-4aee-aedf-3e87600d6929" providerId="ADAL" clId="{89DC002F-6DF8-4FC6-A0FF-C9C84D93B1E0}" dt="2025-02-28T07:31:41.903" v="238" actId="208"/>
        <pc:sldMkLst>
          <pc:docMk/>
          <pc:sldMk cId="123117893" sldId="386"/>
        </pc:sldMkLst>
        <pc:spChg chg="mod">
          <ac:chgData name="Nguyen Van Binh" userId="0723e927-8a1a-4aee-aedf-3e87600d6929" providerId="ADAL" clId="{89DC002F-6DF8-4FC6-A0FF-C9C84D93B1E0}" dt="2025-02-28T07:19:05.075" v="127" actId="20577"/>
          <ac:spMkLst>
            <pc:docMk/>
            <pc:sldMk cId="123117893" sldId="386"/>
            <ac:spMk id="2" creationId="{B6B1B7F6-71CB-BB06-CA4F-47717DA0B197}"/>
          </ac:spMkLst>
        </pc:spChg>
        <pc:spChg chg="mod">
          <ac:chgData name="Nguyen Van Binh" userId="0723e927-8a1a-4aee-aedf-3e87600d6929" providerId="ADAL" clId="{89DC002F-6DF8-4FC6-A0FF-C9C84D93B1E0}" dt="2025-02-28T07:20:34.400" v="174" actId="20577"/>
          <ac:spMkLst>
            <pc:docMk/>
            <pc:sldMk cId="123117893" sldId="386"/>
            <ac:spMk id="3" creationId="{2FC0EC41-063C-71D7-F6B0-3FB62A3149A0}"/>
          </ac:spMkLst>
        </pc:spChg>
        <pc:picChg chg="del">
          <ac:chgData name="Nguyen Van Binh" userId="0723e927-8a1a-4aee-aedf-3e87600d6929" providerId="ADAL" clId="{89DC002F-6DF8-4FC6-A0FF-C9C84D93B1E0}" dt="2025-02-28T07:19:09.323" v="130" actId="478"/>
          <ac:picMkLst>
            <pc:docMk/>
            <pc:sldMk cId="123117893" sldId="386"/>
            <ac:picMk id="5" creationId="{959BCFAC-20E1-D8B9-2335-EFB5E8231EF0}"/>
          </ac:picMkLst>
        </pc:picChg>
        <pc:picChg chg="del">
          <ac:chgData name="Nguyen Van Binh" userId="0723e927-8a1a-4aee-aedf-3e87600d6929" providerId="ADAL" clId="{89DC002F-6DF8-4FC6-A0FF-C9C84D93B1E0}" dt="2025-02-28T07:19:07.981" v="128" actId="478"/>
          <ac:picMkLst>
            <pc:docMk/>
            <pc:sldMk cId="123117893" sldId="386"/>
            <ac:picMk id="6" creationId="{C3AF8257-6EF9-65B0-4E96-EE48E51A562B}"/>
          </ac:picMkLst>
        </pc:picChg>
        <pc:picChg chg="add mod">
          <ac:chgData name="Nguyen Van Binh" userId="0723e927-8a1a-4aee-aedf-3e87600d6929" providerId="ADAL" clId="{89DC002F-6DF8-4FC6-A0FF-C9C84D93B1E0}" dt="2025-02-28T07:31:41.903" v="238" actId="208"/>
          <ac:picMkLst>
            <pc:docMk/>
            <pc:sldMk cId="123117893" sldId="386"/>
            <ac:picMk id="7" creationId="{77B2AE6A-5ECA-6B45-DDFD-C92CDCA57FCE}"/>
          </ac:picMkLst>
        </pc:picChg>
        <pc:picChg chg="del">
          <ac:chgData name="Nguyen Van Binh" userId="0723e927-8a1a-4aee-aedf-3e87600d6929" providerId="ADAL" clId="{89DC002F-6DF8-4FC6-A0FF-C9C84D93B1E0}" dt="2025-02-28T07:19:08.602" v="129" actId="478"/>
          <ac:picMkLst>
            <pc:docMk/>
            <pc:sldMk cId="123117893" sldId="386"/>
            <ac:picMk id="9" creationId="{BFB7C134-1A12-4EC8-28AE-8C416367914A}"/>
          </ac:picMkLst>
        </pc:picChg>
        <pc:picChg chg="add mod">
          <ac:chgData name="Nguyen Van Binh" userId="0723e927-8a1a-4aee-aedf-3e87600d6929" providerId="ADAL" clId="{89DC002F-6DF8-4FC6-A0FF-C9C84D93B1E0}" dt="2025-02-28T07:31:41.903" v="238" actId="208"/>
          <ac:picMkLst>
            <pc:docMk/>
            <pc:sldMk cId="123117893" sldId="386"/>
            <ac:picMk id="10" creationId="{E0FF54D0-567F-74E3-E520-83823AD7B6C1}"/>
          </ac:picMkLst>
        </pc:picChg>
        <pc:picChg chg="add mod">
          <ac:chgData name="Nguyen Van Binh" userId="0723e927-8a1a-4aee-aedf-3e87600d6929" providerId="ADAL" clId="{89DC002F-6DF8-4FC6-A0FF-C9C84D93B1E0}" dt="2025-02-28T07:31:41.903" v="238" actId="208"/>
          <ac:picMkLst>
            <pc:docMk/>
            <pc:sldMk cId="123117893" sldId="386"/>
            <ac:picMk id="12" creationId="{16159913-B669-4EDD-B612-F2092AC0A1E7}"/>
          </ac:picMkLst>
        </pc:picChg>
        <pc:picChg chg="add mod">
          <ac:chgData name="Nguyen Van Binh" userId="0723e927-8a1a-4aee-aedf-3e87600d6929" providerId="ADAL" clId="{89DC002F-6DF8-4FC6-A0FF-C9C84D93B1E0}" dt="2025-02-28T07:31:41.903" v="238" actId="208"/>
          <ac:picMkLst>
            <pc:docMk/>
            <pc:sldMk cId="123117893" sldId="386"/>
            <ac:picMk id="14" creationId="{5754ECAB-2A56-D340-76B9-D7B4A932E257}"/>
          </ac:picMkLst>
        </pc:picChg>
      </pc:sldChg>
      <pc:sldChg chg="addSp delSp modSp add mod">
        <pc:chgData name="Nguyen Van Binh" userId="0723e927-8a1a-4aee-aedf-3e87600d6929" providerId="ADAL" clId="{89DC002F-6DF8-4FC6-A0FF-C9C84D93B1E0}" dt="2025-02-28T07:31:35.262" v="237" actId="208"/>
        <pc:sldMkLst>
          <pc:docMk/>
          <pc:sldMk cId="1041791082" sldId="387"/>
        </pc:sldMkLst>
        <pc:spChg chg="mod">
          <ac:chgData name="Nguyen Van Binh" userId="0723e927-8a1a-4aee-aedf-3e87600d6929" providerId="ADAL" clId="{89DC002F-6DF8-4FC6-A0FF-C9C84D93B1E0}" dt="2025-02-28T07:25:27.742" v="207" actId="20577"/>
          <ac:spMkLst>
            <pc:docMk/>
            <pc:sldMk cId="1041791082" sldId="387"/>
            <ac:spMk id="2" creationId="{074F8DB8-7E41-734A-3FFD-8D9B7356B232}"/>
          </ac:spMkLst>
        </pc:spChg>
        <pc:spChg chg="del">
          <ac:chgData name="Nguyen Van Binh" userId="0723e927-8a1a-4aee-aedf-3e87600d6929" providerId="ADAL" clId="{89DC002F-6DF8-4FC6-A0FF-C9C84D93B1E0}" dt="2025-02-28T07:25:19.253" v="200" actId="478"/>
          <ac:spMkLst>
            <pc:docMk/>
            <pc:sldMk cId="1041791082" sldId="387"/>
            <ac:spMk id="3" creationId="{F3FBA54D-2F32-D5C2-41FD-2ECA109FC908}"/>
          </ac:spMkLst>
        </pc:spChg>
        <pc:picChg chg="add mod">
          <ac:chgData name="Nguyen Van Binh" userId="0723e927-8a1a-4aee-aedf-3e87600d6929" providerId="ADAL" clId="{89DC002F-6DF8-4FC6-A0FF-C9C84D93B1E0}" dt="2025-02-28T07:31:35.262" v="237" actId="208"/>
          <ac:picMkLst>
            <pc:docMk/>
            <pc:sldMk cId="1041791082" sldId="387"/>
            <ac:picMk id="5" creationId="{3EF38E1E-FD12-02E6-CE01-562B8EDAA8F2}"/>
          </ac:picMkLst>
        </pc:picChg>
        <pc:picChg chg="del">
          <ac:chgData name="Nguyen Van Binh" userId="0723e927-8a1a-4aee-aedf-3e87600d6929" providerId="ADAL" clId="{89DC002F-6DF8-4FC6-A0FF-C9C84D93B1E0}" dt="2025-02-28T07:25:15.611" v="196" actId="478"/>
          <ac:picMkLst>
            <pc:docMk/>
            <pc:sldMk cId="1041791082" sldId="387"/>
            <ac:picMk id="7" creationId="{A7090CF3-BFD4-57D0-CF0E-7CE65A6824A7}"/>
          </ac:picMkLst>
        </pc:picChg>
        <pc:picChg chg="add mod">
          <ac:chgData name="Nguyen Van Binh" userId="0723e927-8a1a-4aee-aedf-3e87600d6929" providerId="ADAL" clId="{89DC002F-6DF8-4FC6-A0FF-C9C84D93B1E0}" dt="2025-02-28T07:31:35.262" v="237" actId="208"/>
          <ac:picMkLst>
            <pc:docMk/>
            <pc:sldMk cId="1041791082" sldId="387"/>
            <ac:picMk id="8" creationId="{22C57C79-9208-5DE2-03A4-B4C9B956FEE7}"/>
          </ac:picMkLst>
        </pc:picChg>
        <pc:picChg chg="del">
          <ac:chgData name="Nguyen Van Binh" userId="0723e927-8a1a-4aee-aedf-3e87600d6929" providerId="ADAL" clId="{89DC002F-6DF8-4FC6-A0FF-C9C84D93B1E0}" dt="2025-02-28T07:25:16.233" v="197" actId="478"/>
          <ac:picMkLst>
            <pc:docMk/>
            <pc:sldMk cId="1041791082" sldId="387"/>
            <ac:picMk id="10" creationId="{3F3A2D2C-D016-A2DF-874A-CB930BF8E2D8}"/>
          </ac:picMkLst>
        </pc:picChg>
        <pc:picChg chg="add mod">
          <ac:chgData name="Nguyen Van Binh" userId="0723e927-8a1a-4aee-aedf-3e87600d6929" providerId="ADAL" clId="{89DC002F-6DF8-4FC6-A0FF-C9C84D93B1E0}" dt="2025-02-28T07:31:35.262" v="237" actId="208"/>
          <ac:picMkLst>
            <pc:docMk/>
            <pc:sldMk cId="1041791082" sldId="387"/>
            <ac:picMk id="11" creationId="{307DA568-4783-08D8-0A13-963879683EB8}"/>
          </ac:picMkLst>
        </pc:picChg>
        <pc:picChg chg="del">
          <ac:chgData name="Nguyen Van Binh" userId="0723e927-8a1a-4aee-aedf-3e87600d6929" providerId="ADAL" clId="{89DC002F-6DF8-4FC6-A0FF-C9C84D93B1E0}" dt="2025-02-28T07:25:16.853" v="198" actId="478"/>
          <ac:picMkLst>
            <pc:docMk/>
            <pc:sldMk cId="1041791082" sldId="387"/>
            <ac:picMk id="12" creationId="{D3D24201-C4ED-BCB1-5C3D-B3EB859A084F}"/>
          </ac:picMkLst>
        </pc:picChg>
        <pc:picChg chg="del">
          <ac:chgData name="Nguyen Van Binh" userId="0723e927-8a1a-4aee-aedf-3e87600d6929" providerId="ADAL" clId="{89DC002F-6DF8-4FC6-A0FF-C9C84D93B1E0}" dt="2025-02-28T07:25:17.267" v="199" actId="478"/>
          <ac:picMkLst>
            <pc:docMk/>
            <pc:sldMk cId="1041791082" sldId="387"/>
            <ac:picMk id="14" creationId="{C8A797D9-57E3-CB32-AA45-CF375D6DE048}"/>
          </ac:picMkLst>
        </pc:picChg>
        <pc:picChg chg="add mod">
          <ac:chgData name="Nguyen Van Binh" userId="0723e927-8a1a-4aee-aedf-3e87600d6929" providerId="ADAL" clId="{89DC002F-6DF8-4FC6-A0FF-C9C84D93B1E0}" dt="2025-02-28T07:31:35.262" v="237" actId="208"/>
          <ac:picMkLst>
            <pc:docMk/>
            <pc:sldMk cId="1041791082" sldId="387"/>
            <ac:picMk id="15" creationId="{383692F2-0753-6CFE-26AF-73D0C6553F15}"/>
          </ac:picMkLst>
        </pc:picChg>
      </pc:sldChg>
      <pc:sldChg chg="addSp delSp modSp add mod">
        <pc:chgData name="Nguyen Van Binh" userId="0723e927-8a1a-4aee-aedf-3e87600d6929" providerId="ADAL" clId="{89DC002F-6DF8-4FC6-A0FF-C9C84D93B1E0}" dt="2025-02-28T07:45:18.224" v="534" actId="1076"/>
        <pc:sldMkLst>
          <pc:docMk/>
          <pc:sldMk cId="1175504268" sldId="388"/>
        </pc:sldMkLst>
        <pc:spChg chg="mod">
          <ac:chgData name="Nguyen Van Binh" userId="0723e927-8a1a-4aee-aedf-3e87600d6929" providerId="ADAL" clId="{89DC002F-6DF8-4FC6-A0FF-C9C84D93B1E0}" dt="2025-02-28T07:42:39.080" v="522" actId="20577"/>
          <ac:spMkLst>
            <pc:docMk/>
            <pc:sldMk cId="1175504268" sldId="388"/>
            <ac:spMk id="2" creationId="{2D055AC4-1611-9BEF-D3E8-326738B5C860}"/>
          </ac:spMkLst>
        </pc:spChg>
        <pc:picChg chg="add mod">
          <ac:chgData name="Nguyen Van Binh" userId="0723e927-8a1a-4aee-aedf-3e87600d6929" providerId="ADAL" clId="{89DC002F-6DF8-4FC6-A0FF-C9C84D93B1E0}" dt="2025-02-28T07:45:13.572" v="531" actId="208"/>
          <ac:picMkLst>
            <pc:docMk/>
            <pc:sldMk cId="1175504268" sldId="388"/>
            <ac:picMk id="4" creationId="{42A2F99F-3AB7-AFBB-0D61-75F5E8B3DCD5}"/>
          </ac:picMkLst>
        </pc:picChg>
        <pc:picChg chg="del">
          <ac:chgData name="Nguyen Van Binh" userId="0723e927-8a1a-4aee-aedf-3e87600d6929" providerId="ADAL" clId="{89DC002F-6DF8-4FC6-A0FF-C9C84D93B1E0}" dt="2025-02-28T07:40:17.679" v="390" actId="478"/>
          <ac:picMkLst>
            <pc:docMk/>
            <pc:sldMk cId="1175504268" sldId="388"/>
            <ac:picMk id="5" creationId="{CE99E64C-8960-5763-347C-3EACFDCD7959}"/>
          </ac:picMkLst>
        </pc:picChg>
        <pc:picChg chg="add mod">
          <ac:chgData name="Nguyen Van Binh" userId="0723e927-8a1a-4aee-aedf-3e87600d6929" providerId="ADAL" clId="{89DC002F-6DF8-4FC6-A0FF-C9C84D93B1E0}" dt="2025-02-28T07:45:17.024" v="533" actId="1076"/>
          <ac:picMkLst>
            <pc:docMk/>
            <pc:sldMk cId="1175504268" sldId="388"/>
            <ac:picMk id="7" creationId="{E0A4958E-9FB8-6830-CC23-1F49A07CB7D1}"/>
          </ac:picMkLst>
        </pc:picChg>
        <pc:picChg chg="del">
          <ac:chgData name="Nguyen Van Binh" userId="0723e927-8a1a-4aee-aedf-3e87600d6929" providerId="ADAL" clId="{89DC002F-6DF8-4FC6-A0FF-C9C84D93B1E0}" dt="2025-02-28T07:40:18.554" v="391" actId="478"/>
          <ac:picMkLst>
            <pc:docMk/>
            <pc:sldMk cId="1175504268" sldId="388"/>
            <ac:picMk id="8" creationId="{C8C52E15-A41E-0AA3-9CEC-4304CB9B6778}"/>
          </ac:picMkLst>
        </pc:picChg>
        <pc:picChg chg="add mod">
          <ac:chgData name="Nguyen Van Binh" userId="0723e927-8a1a-4aee-aedf-3e87600d6929" providerId="ADAL" clId="{89DC002F-6DF8-4FC6-A0FF-C9C84D93B1E0}" dt="2025-02-28T07:45:18.224" v="534" actId="1076"/>
          <ac:picMkLst>
            <pc:docMk/>
            <pc:sldMk cId="1175504268" sldId="388"/>
            <ac:picMk id="10" creationId="{01E49BFA-2B8B-F6C4-72B4-F5FF4B6676D0}"/>
          </ac:picMkLst>
        </pc:picChg>
        <pc:picChg chg="del">
          <ac:chgData name="Nguyen Van Binh" userId="0723e927-8a1a-4aee-aedf-3e87600d6929" providerId="ADAL" clId="{89DC002F-6DF8-4FC6-A0FF-C9C84D93B1E0}" dt="2025-02-28T07:40:19.289" v="392" actId="478"/>
          <ac:picMkLst>
            <pc:docMk/>
            <pc:sldMk cId="1175504268" sldId="388"/>
            <ac:picMk id="11" creationId="{C0D2161C-D72A-B673-2CED-449FD40CE12D}"/>
          </ac:picMkLst>
        </pc:picChg>
        <pc:picChg chg="del">
          <ac:chgData name="Nguyen Van Binh" userId="0723e927-8a1a-4aee-aedf-3e87600d6929" providerId="ADAL" clId="{89DC002F-6DF8-4FC6-A0FF-C9C84D93B1E0}" dt="2025-02-28T07:40:20.894" v="393" actId="478"/>
          <ac:picMkLst>
            <pc:docMk/>
            <pc:sldMk cId="1175504268" sldId="388"/>
            <ac:picMk id="15" creationId="{2E5D0871-2B87-3B2D-AF3B-430264535D2F}"/>
          </ac:picMkLst>
        </pc:picChg>
      </pc:sldChg>
      <pc:sldChg chg="addSp modSp add mod">
        <pc:chgData name="Nguyen Van Binh" userId="0723e927-8a1a-4aee-aedf-3e87600d6929" providerId="ADAL" clId="{89DC002F-6DF8-4FC6-A0FF-C9C84D93B1E0}" dt="2025-02-28T08:13:38.305" v="547" actId="208"/>
        <pc:sldMkLst>
          <pc:docMk/>
          <pc:sldMk cId="1164001499" sldId="389"/>
        </pc:sldMkLst>
        <pc:picChg chg="add mod">
          <ac:chgData name="Nguyen Van Binh" userId="0723e927-8a1a-4aee-aedf-3e87600d6929" providerId="ADAL" clId="{89DC002F-6DF8-4FC6-A0FF-C9C84D93B1E0}" dt="2025-02-28T08:13:38.305" v="547" actId="208"/>
          <ac:picMkLst>
            <pc:docMk/>
            <pc:sldMk cId="1164001499" sldId="389"/>
            <ac:picMk id="4" creationId="{4B1E1F06-FB4C-4EAF-8D72-61D86C7D0660}"/>
          </ac:picMkLst>
        </pc:picChg>
        <pc:picChg chg="add mod">
          <ac:chgData name="Nguyen Van Binh" userId="0723e927-8a1a-4aee-aedf-3e87600d6929" providerId="ADAL" clId="{89DC002F-6DF8-4FC6-A0FF-C9C84D93B1E0}" dt="2025-02-28T08:13:38.305" v="547" actId="208"/>
          <ac:picMkLst>
            <pc:docMk/>
            <pc:sldMk cId="1164001499" sldId="389"/>
            <ac:picMk id="6" creationId="{1E231AE0-D760-B43D-00EF-B349B0AECA01}"/>
          </ac:picMkLst>
        </pc:picChg>
      </pc:sldChg>
      <pc:sldChg chg="addSp delSp modSp add mod">
        <pc:chgData name="Nguyen Van Binh" userId="0723e927-8a1a-4aee-aedf-3e87600d6929" providerId="ADAL" clId="{89DC002F-6DF8-4FC6-A0FF-C9C84D93B1E0}" dt="2025-02-28T08:16:38.083" v="616" actId="208"/>
        <pc:sldMkLst>
          <pc:docMk/>
          <pc:sldMk cId="2376251585" sldId="390"/>
        </pc:sldMkLst>
        <pc:spChg chg="mod">
          <ac:chgData name="Nguyen Van Binh" userId="0723e927-8a1a-4aee-aedf-3e87600d6929" providerId="ADAL" clId="{89DC002F-6DF8-4FC6-A0FF-C9C84D93B1E0}" dt="2025-02-28T08:14:20.686" v="606" actId="20577"/>
          <ac:spMkLst>
            <pc:docMk/>
            <pc:sldMk cId="2376251585" sldId="390"/>
            <ac:spMk id="2" creationId="{1DF1C303-4F6E-627D-F410-2E903BE9235A}"/>
          </ac:spMkLst>
        </pc:spChg>
        <pc:picChg chg="del">
          <ac:chgData name="Nguyen Van Binh" userId="0723e927-8a1a-4aee-aedf-3e87600d6929" providerId="ADAL" clId="{89DC002F-6DF8-4FC6-A0FF-C9C84D93B1E0}" dt="2025-02-28T08:13:26.609" v="541" actId="478"/>
          <ac:picMkLst>
            <pc:docMk/>
            <pc:sldMk cId="2376251585" sldId="390"/>
            <ac:picMk id="4" creationId="{CB3F0948-DB9D-9B2A-EAE6-FA63D18E500B}"/>
          </ac:picMkLst>
        </pc:picChg>
        <pc:picChg chg="add mod">
          <ac:chgData name="Nguyen Van Binh" userId="0723e927-8a1a-4aee-aedf-3e87600d6929" providerId="ADAL" clId="{89DC002F-6DF8-4FC6-A0FF-C9C84D93B1E0}" dt="2025-02-28T08:16:31.474" v="612" actId="14100"/>
          <ac:picMkLst>
            <pc:docMk/>
            <pc:sldMk cId="2376251585" sldId="390"/>
            <ac:picMk id="5" creationId="{4753EB79-A199-62A2-29B2-13EE6FCCFD7C}"/>
          </ac:picMkLst>
        </pc:picChg>
        <pc:picChg chg="del">
          <ac:chgData name="Nguyen Van Binh" userId="0723e927-8a1a-4aee-aedf-3e87600d6929" providerId="ADAL" clId="{89DC002F-6DF8-4FC6-A0FF-C9C84D93B1E0}" dt="2025-02-28T08:13:27.124" v="542" actId="478"/>
          <ac:picMkLst>
            <pc:docMk/>
            <pc:sldMk cId="2376251585" sldId="390"/>
            <ac:picMk id="6" creationId="{0F0A4437-4341-AF38-50A4-80E51A1FAA20}"/>
          </ac:picMkLst>
        </pc:picChg>
        <pc:picChg chg="add mod">
          <ac:chgData name="Nguyen Van Binh" userId="0723e927-8a1a-4aee-aedf-3e87600d6929" providerId="ADAL" clId="{89DC002F-6DF8-4FC6-A0FF-C9C84D93B1E0}" dt="2025-02-28T08:16:38.083" v="616" actId="208"/>
          <ac:picMkLst>
            <pc:docMk/>
            <pc:sldMk cId="2376251585" sldId="390"/>
            <ac:picMk id="8" creationId="{54D3BEC8-2052-B4B8-C64E-D880118ACAFC}"/>
          </ac:picMkLst>
        </pc:picChg>
      </pc:sldChg>
      <pc:sldChg chg="addSp delSp modSp add mod">
        <pc:chgData name="Nguyen Van Binh" userId="0723e927-8a1a-4aee-aedf-3e87600d6929" providerId="ADAL" clId="{89DC002F-6DF8-4FC6-A0FF-C9C84D93B1E0}" dt="2025-02-28T08:36:57.708" v="700" actId="1076"/>
        <pc:sldMkLst>
          <pc:docMk/>
          <pc:sldMk cId="3152992455" sldId="391"/>
        </pc:sldMkLst>
        <pc:spChg chg="mod">
          <ac:chgData name="Nguyen Van Binh" userId="0723e927-8a1a-4aee-aedf-3e87600d6929" providerId="ADAL" clId="{89DC002F-6DF8-4FC6-A0FF-C9C84D93B1E0}" dt="2025-02-28T08:28:10.807" v="671" actId="20577"/>
          <ac:spMkLst>
            <pc:docMk/>
            <pc:sldMk cId="3152992455" sldId="391"/>
            <ac:spMk id="2" creationId="{F28AE6B3-C57F-528C-0438-B8F980DEDE53}"/>
          </ac:spMkLst>
        </pc:spChg>
        <pc:picChg chg="add del mod">
          <ac:chgData name="Nguyen Van Binh" userId="0723e927-8a1a-4aee-aedf-3e87600d6929" providerId="ADAL" clId="{89DC002F-6DF8-4FC6-A0FF-C9C84D93B1E0}" dt="2025-02-28T08:36:39.234" v="689" actId="478"/>
          <ac:picMkLst>
            <pc:docMk/>
            <pc:sldMk cId="3152992455" sldId="391"/>
            <ac:picMk id="4" creationId="{71CF9D83-50B8-3CE1-56E1-6323D4D4B4F8}"/>
          </ac:picMkLst>
        </pc:picChg>
        <pc:picChg chg="del">
          <ac:chgData name="Nguyen Van Binh" userId="0723e927-8a1a-4aee-aedf-3e87600d6929" providerId="ADAL" clId="{89DC002F-6DF8-4FC6-A0FF-C9C84D93B1E0}" dt="2025-02-28T08:28:19.520" v="673" actId="478"/>
          <ac:picMkLst>
            <pc:docMk/>
            <pc:sldMk cId="3152992455" sldId="391"/>
            <ac:picMk id="5" creationId="{60B7C8DA-3D3B-AD65-4649-A4435A3BEE37}"/>
          </ac:picMkLst>
        </pc:picChg>
        <pc:picChg chg="add mod">
          <ac:chgData name="Nguyen Van Binh" userId="0723e927-8a1a-4aee-aedf-3e87600d6929" providerId="ADAL" clId="{89DC002F-6DF8-4FC6-A0FF-C9C84D93B1E0}" dt="2025-02-28T08:36:56.637" v="699" actId="1076"/>
          <ac:picMkLst>
            <pc:docMk/>
            <pc:sldMk cId="3152992455" sldId="391"/>
            <ac:picMk id="7" creationId="{076D1BE8-3E06-85B9-63A2-E27B1327F4F8}"/>
          </ac:picMkLst>
        </pc:picChg>
        <pc:picChg chg="del">
          <ac:chgData name="Nguyen Van Binh" userId="0723e927-8a1a-4aee-aedf-3e87600d6929" providerId="ADAL" clId="{89DC002F-6DF8-4FC6-A0FF-C9C84D93B1E0}" dt="2025-02-28T08:28:18.976" v="672" actId="478"/>
          <ac:picMkLst>
            <pc:docMk/>
            <pc:sldMk cId="3152992455" sldId="391"/>
            <ac:picMk id="8" creationId="{9C28D1E8-A7CF-2354-C4B1-C0629CB92C5D}"/>
          </ac:picMkLst>
        </pc:picChg>
        <pc:picChg chg="add mod">
          <ac:chgData name="Nguyen Van Binh" userId="0723e927-8a1a-4aee-aedf-3e87600d6929" providerId="ADAL" clId="{89DC002F-6DF8-4FC6-A0FF-C9C84D93B1E0}" dt="2025-02-28T08:36:57.708" v="700" actId="1076"/>
          <ac:picMkLst>
            <pc:docMk/>
            <pc:sldMk cId="3152992455" sldId="391"/>
            <ac:picMk id="10" creationId="{2E3770E3-E9E1-4C09-EEB2-A3FDC6547063}"/>
          </ac:picMkLst>
        </pc:picChg>
        <pc:picChg chg="add mod">
          <ac:chgData name="Nguyen Van Binh" userId="0723e927-8a1a-4aee-aedf-3e87600d6929" providerId="ADAL" clId="{89DC002F-6DF8-4FC6-A0FF-C9C84D93B1E0}" dt="2025-02-28T08:36:46.013" v="694" actId="1076"/>
          <ac:picMkLst>
            <pc:docMk/>
            <pc:sldMk cId="3152992455" sldId="391"/>
            <ac:picMk id="12" creationId="{85123101-6C45-D4F9-9699-21707A28913D}"/>
          </ac:picMkLst>
        </pc:picChg>
      </pc:sldChg>
      <pc:sldChg chg="addSp delSp modSp add mod">
        <pc:chgData name="Nguyen Van Binh" userId="0723e927-8a1a-4aee-aedf-3e87600d6929" providerId="ADAL" clId="{89DC002F-6DF8-4FC6-A0FF-C9C84D93B1E0}" dt="2025-02-28T08:39:53.061" v="749" actId="1076"/>
        <pc:sldMkLst>
          <pc:docMk/>
          <pc:sldMk cId="1943475507" sldId="392"/>
        </pc:sldMkLst>
        <pc:spChg chg="mod">
          <ac:chgData name="Nguyen Van Binh" userId="0723e927-8a1a-4aee-aedf-3e87600d6929" providerId="ADAL" clId="{89DC002F-6DF8-4FC6-A0FF-C9C84D93B1E0}" dt="2025-02-28T08:37:48.502" v="734" actId="20577"/>
          <ac:spMkLst>
            <pc:docMk/>
            <pc:sldMk cId="1943475507" sldId="392"/>
            <ac:spMk id="2" creationId="{E14CB95F-010D-E960-EFBA-A7D4A58BDC80}"/>
          </ac:spMkLst>
        </pc:spChg>
        <pc:picChg chg="add del mod">
          <ac:chgData name="Nguyen Van Binh" userId="0723e927-8a1a-4aee-aedf-3e87600d6929" providerId="ADAL" clId="{89DC002F-6DF8-4FC6-A0FF-C9C84D93B1E0}" dt="2025-02-28T08:38:28.871" v="739" actId="478"/>
          <ac:picMkLst>
            <pc:docMk/>
            <pc:sldMk cId="1943475507" sldId="392"/>
            <ac:picMk id="4" creationId="{463B571D-F76A-5349-4E58-5EE8ECBF0248}"/>
          </ac:picMkLst>
        </pc:picChg>
        <pc:picChg chg="add mod">
          <ac:chgData name="Nguyen Van Binh" userId="0723e927-8a1a-4aee-aedf-3e87600d6929" providerId="ADAL" clId="{89DC002F-6DF8-4FC6-A0FF-C9C84D93B1E0}" dt="2025-02-28T08:38:47.812" v="744" actId="14100"/>
          <ac:picMkLst>
            <pc:docMk/>
            <pc:sldMk cId="1943475507" sldId="392"/>
            <ac:picMk id="6" creationId="{425E260B-D32B-27FB-52D5-AAAAC9923099}"/>
          </ac:picMkLst>
        </pc:picChg>
        <pc:picChg chg="del">
          <ac:chgData name="Nguyen Van Binh" userId="0723e927-8a1a-4aee-aedf-3e87600d6929" providerId="ADAL" clId="{89DC002F-6DF8-4FC6-A0FF-C9C84D93B1E0}" dt="2025-02-28T08:37:05.992" v="703" actId="478"/>
          <ac:picMkLst>
            <pc:docMk/>
            <pc:sldMk cId="1943475507" sldId="392"/>
            <ac:picMk id="7" creationId="{A49F8200-FA32-3E1F-3016-6395503B0108}"/>
          </ac:picMkLst>
        </pc:picChg>
        <pc:picChg chg="add mod">
          <ac:chgData name="Nguyen Van Binh" userId="0723e927-8a1a-4aee-aedf-3e87600d6929" providerId="ADAL" clId="{89DC002F-6DF8-4FC6-A0FF-C9C84D93B1E0}" dt="2025-02-28T08:39:53.061" v="749" actId="1076"/>
          <ac:picMkLst>
            <pc:docMk/>
            <pc:sldMk cId="1943475507" sldId="392"/>
            <ac:picMk id="9" creationId="{6B6EDF58-2841-7812-3087-7A48B78E0472}"/>
          </ac:picMkLst>
        </pc:picChg>
        <pc:picChg chg="del">
          <ac:chgData name="Nguyen Van Binh" userId="0723e927-8a1a-4aee-aedf-3e87600d6929" providerId="ADAL" clId="{89DC002F-6DF8-4FC6-A0FF-C9C84D93B1E0}" dt="2025-02-28T08:37:06.387" v="704" actId="478"/>
          <ac:picMkLst>
            <pc:docMk/>
            <pc:sldMk cId="1943475507" sldId="392"/>
            <ac:picMk id="10" creationId="{F41E7DA8-645F-B71F-FCEE-DE7F0A5109B6}"/>
          </ac:picMkLst>
        </pc:picChg>
        <pc:picChg chg="del">
          <ac:chgData name="Nguyen Van Binh" userId="0723e927-8a1a-4aee-aedf-3e87600d6929" providerId="ADAL" clId="{89DC002F-6DF8-4FC6-A0FF-C9C84D93B1E0}" dt="2025-02-28T08:37:05.474" v="702" actId="478"/>
          <ac:picMkLst>
            <pc:docMk/>
            <pc:sldMk cId="1943475507" sldId="392"/>
            <ac:picMk id="12" creationId="{6830D6C9-14FA-284C-EC81-7366B626E856}"/>
          </ac:picMkLst>
        </pc:picChg>
        <pc:picChg chg="add mod">
          <ac:chgData name="Nguyen Van Binh" userId="0723e927-8a1a-4aee-aedf-3e87600d6929" providerId="ADAL" clId="{89DC002F-6DF8-4FC6-A0FF-C9C84D93B1E0}" dt="2025-02-28T08:39:51.886" v="748" actId="1076"/>
          <ac:picMkLst>
            <pc:docMk/>
            <pc:sldMk cId="1943475507" sldId="392"/>
            <ac:picMk id="13" creationId="{E70CD073-15AA-7A32-4398-73B01A82B03E}"/>
          </ac:picMkLst>
        </pc:picChg>
      </pc:sldChg>
      <pc:sldChg chg="addSp delSp modSp add mod">
        <pc:chgData name="Nguyen Van Binh" userId="0723e927-8a1a-4aee-aedf-3e87600d6929" providerId="ADAL" clId="{89DC002F-6DF8-4FC6-A0FF-C9C84D93B1E0}" dt="2025-02-28T08:46:11.061" v="819" actId="208"/>
        <pc:sldMkLst>
          <pc:docMk/>
          <pc:sldMk cId="2193856575" sldId="393"/>
        </pc:sldMkLst>
        <pc:spChg chg="mod">
          <ac:chgData name="Nguyen Van Binh" userId="0723e927-8a1a-4aee-aedf-3e87600d6929" providerId="ADAL" clId="{89DC002F-6DF8-4FC6-A0FF-C9C84D93B1E0}" dt="2025-02-28T08:40:15.220" v="793" actId="20577"/>
          <ac:spMkLst>
            <pc:docMk/>
            <pc:sldMk cId="2193856575" sldId="393"/>
            <ac:spMk id="2" creationId="{564DEFE2-4054-DE51-E9FB-9DE96324F685}"/>
          </ac:spMkLst>
        </pc:spChg>
        <pc:picChg chg="add mod">
          <ac:chgData name="Nguyen Van Binh" userId="0723e927-8a1a-4aee-aedf-3e87600d6929" providerId="ADAL" clId="{89DC002F-6DF8-4FC6-A0FF-C9C84D93B1E0}" dt="2025-02-28T08:46:11.061" v="819" actId="208"/>
          <ac:picMkLst>
            <pc:docMk/>
            <pc:sldMk cId="2193856575" sldId="393"/>
            <ac:picMk id="4" creationId="{62C66808-9A6B-16F6-E1F2-20F318A32A9F}"/>
          </ac:picMkLst>
        </pc:picChg>
        <pc:picChg chg="del">
          <ac:chgData name="Nguyen Van Binh" userId="0723e927-8a1a-4aee-aedf-3e87600d6929" providerId="ADAL" clId="{89DC002F-6DF8-4FC6-A0FF-C9C84D93B1E0}" dt="2025-02-28T08:40:52.033" v="796" actId="478"/>
          <ac:picMkLst>
            <pc:docMk/>
            <pc:sldMk cId="2193856575" sldId="393"/>
            <ac:picMk id="6" creationId="{882CC689-CBD4-DB53-8AAA-F7234C48BB7F}"/>
          </ac:picMkLst>
        </pc:picChg>
        <pc:picChg chg="add del mod">
          <ac:chgData name="Nguyen Van Binh" userId="0723e927-8a1a-4aee-aedf-3e87600d6929" providerId="ADAL" clId="{89DC002F-6DF8-4FC6-A0FF-C9C84D93B1E0}" dt="2025-02-28T08:41:47.572" v="807" actId="478"/>
          <ac:picMkLst>
            <pc:docMk/>
            <pc:sldMk cId="2193856575" sldId="393"/>
            <ac:picMk id="7" creationId="{0F0BC6D4-8DC5-303E-BE76-A685EBA32EE1}"/>
          </ac:picMkLst>
        </pc:picChg>
        <pc:picChg chg="del">
          <ac:chgData name="Nguyen Van Binh" userId="0723e927-8a1a-4aee-aedf-3e87600d6929" providerId="ADAL" clId="{89DC002F-6DF8-4FC6-A0FF-C9C84D93B1E0}" dt="2025-02-28T08:40:51.073" v="794" actId="478"/>
          <ac:picMkLst>
            <pc:docMk/>
            <pc:sldMk cId="2193856575" sldId="393"/>
            <ac:picMk id="9" creationId="{4A320395-554C-5AF7-D0B2-C687E1ACA35E}"/>
          </ac:picMkLst>
        </pc:picChg>
        <pc:picChg chg="add mod">
          <ac:chgData name="Nguyen Van Binh" userId="0723e927-8a1a-4aee-aedf-3e87600d6929" providerId="ADAL" clId="{89DC002F-6DF8-4FC6-A0FF-C9C84D93B1E0}" dt="2025-02-28T08:46:11.061" v="819" actId="208"/>
          <ac:picMkLst>
            <pc:docMk/>
            <pc:sldMk cId="2193856575" sldId="393"/>
            <ac:picMk id="10" creationId="{8F33E423-9607-C96E-B6C9-983BA2D33C3F}"/>
          </ac:picMkLst>
        </pc:picChg>
        <pc:picChg chg="add mod">
          <ac:chgData name="Nguyen Van Binh" userId="0723e927-8a1a-4aee-aedf-3e87600d6929" providerId="ADAL" clId="{89DC002F-6DF8-4FC6-A0FF-C9C84D93B1E0}" dt="2025-02-28T08:46:11.061" v="819" actId="208"/>
          <ac:picMkLst>
            <pc:docMk/>
            <pc:sldMk cId="2193856575" sldId="393"/>
            <ac:picMk id="12" creationId="{CBB06935-8316-5111-2B44-9447D8C34E66}"/>
          </ac:picMkLst>
        </pc:picChg>
        <pc:picChg chg="del">
          <ac:chgData name="Nguyen Van Binh" userId="0723e927-8a1a-4aee-aedf-3e87600d6929" providerId="ADAL" clId="{89DC002F-6DF8-4FC6-A0FF-C9C84D93B1E0}" dt="2025-02-28T08:40:51.605" v="795" actId="478"/>
          <ac:picMkLst>
            <pc:docMk/>
            <pc:sldMk cId="2193856575" sldId="393"/>
            <ac:picMk id="13" creationId="{ADEA8886-E783-034E-FAD7-916D4C9E598A}"/>
          </ac:picMkLst>
        </pc:picChg>
      </pc:sldChg>
      <pc:sldChg chg="addSp delSp modSp add mod">
        <pc:chgData name="Nguyen Van Binh" userId="0723e927-8a1a-4aee-aedf-3e87600d6929" providerId="ADAL" clId="{89DC002F-6DF8-4FC6-A0FF-C9C84D93B1E0}" dt="2025-02-28T09:18:38.451" v="876" actId="14100"/>
        <pc:sldMkLst>
          <pc:docMk/>
          <pc:sldMk cId="3713079427" sldId="394"/>
        </pc:sldMkLst>
        <pc:spChg chg="mod">
          <ac:chgData name="Nguyen Van Binh" userId="0723e927-8a1a-4aee-aedf-3e87600d6929" providerId="ADAL" clId="{89DC002F-6DF8-4FC6-A0FF-C9C84D93B1E0}" dt="2025-02-28T09:16:34.906" v="868" actId="20577"/>
          <ac:spMkLst>
            <pc:docMk/>
            <pc:sldMk cId="3713079427" sldId="394"/>
            <ac:spMk id="2" creationId="{A1AEB7C2-EF7D-1ACE-B5FB-19F89C073042}"/>
          </ac:spMkLst>
        </pc:spChg>
        <pc:picChg chg="del">
          <ac:chgData name="Nguyen Van Binh" userId="0723e927-8a1a-4aee-aedf-3e87600d6929" providerId="ADAL" clId="{89DC002F-6DF8-4FC6-A0FF-C9C84D93B1E0}" dt="2025-02-28T09:16:39.103" v="871" actId="478"/>
          <ac:picMkLst>
            <pc:docMk/>
            <pc:sldMk cId="3713079427" sldId="394"/>
            <ac:picMk id="4" creationId="{A6D892C5-1C4C-F4A0-2BA5-FC895035BFB1}"/>
          </ac:picMkLst>
        </pc:picChg>
        <pc:picChg chg="add mod">
          <ac:chgData name="Nguyen Van Binh" userId="0723e927-8a1a-4aee-aedf-3e87600d6929" providerId="ADAL" clId="{89DC002F-6DF8-4FC6-A0FF-C9C84D93B1E0}" dt="2025-02-28T09:17:47.364" v="873" actId="1076"/>
          <ac:picMkLst>
            <pc:docMk/>
            <pc:sldMk cId="3713079427" sldId="394"/>
            <ac:picMk id="5" creationId="{CE069590-1CBA-70F1-5AA1-CB49F738C041}"/>
          </ac:picMkLst>
        </pc:picChg>
        <pc:picChg chg="add mod">
          <ac:chgData name="Nguyen Van Binh" userId="0723e927-8a1a-4aee-aedf-3e87600d6929" providerId="ADAL" clId="{89DC002F-6DF8-4FC6-A0FF-C9C84D93B1E0}" dt="2025-02-28T09:18:38.451" v="876" actId="14100"/>
          <ac:picMkLst>
            <pc:docMk/>
            <pc:sldMk cId="3713079427" sldId="394"/>
            <ac:picMk id="7" creationId="{0D150C49-21E3-FBE1-6064-14F248A82091}"/>
          </ac:picMkLst>
        </pc:picChg>
        <pc:picChg chg="del">
          <ac:chgData name="Nguyen Van Binh" userId="0723e927-8a1a-4aee-aedf-3e87600d6929" providerId="ADAL" clId="{89DC002F-6DF8-4FC6-A0FF-C9C84D93B1E0}" dt="2025-02-28T09:16:38.520" v="870" actId="478"/>
          <ac:picMkLst>
            <pc:docMk/>
            <pc:sldMk cId="3713079427" sldId="394"/>
            <ac:picMk id="10" creationId="{C31DA9B5-7108-6376-E831-64396F09E263}"/>
          </ac:picMkLst>
        </pc:picChg>
        <pc:picChg chg="del">
          <ac:chgData name="Nguyen Van Binh" userId="0723e927-8a1a-4aee-aedf-3e87600d6929" providerId="ADAL" clId="{89DC002F-6DF8-4FC6-A0FF-C9C84D93B1E0}" dt="2025-02-28T09:16:37.927" v="869" actId="478"/>
          <ac:picMkLst>
            <pc:docMk/>
            <pc:sldMk cId="3713079427" sldId="394"/>
            <ac:picMk id="12" creationId="{0DB5A6A1-FA7F-0F65-AF42-ADD1E32AE45D}"/>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041DB8-B66F-4DC8-A96E-33677E0F90FF}" type="datetimeFigureOut">
              <a:rPr lang="en-US" smtClean="0"/>
              <a:t>3/1/2025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04A0D4-B89B-4ADD-AF9E-38636B40EE4E}" type="slidenum">
              <a:rPr lang="en-US" smtClean="0"/>
              <a:t>‹#›</a:t>
            </a:fld>
            <a:endParaRPr lang="en-US"/>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B49C4A-65AC-492D-9701-81B46C3AD0E4}" type="datetimeFigureOut">
              <a:rPr lang="en-US" smtClean="0"/>
              <a:t>3/1/2025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869989-EB00-4EE7-BCB5-25BDC5BB29F8}" type="slidenum">
              <a:rPr lang="en-US" smtClean="0"/>
              <a:t>‹#›</a:t>
            </a:fld>
            <a:endParaRPr lang="en-US"/>
          </a:p>
        </p:txBody>
      </p:sp>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D80F4-E830-EC7D-BF7A-BA2DDBD90A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BAC0D6-29FB-D19E-F248-B8205E5F28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95A58B-04D2-0458-AD29-D7B4C18743F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B41CA4E-1D98-14C6-E3B9-5975FFE3B657}"/>
              </a:ext>
            </a:extLst>
          </p:cNvPr>
          <p:cNvSpPr>
            <a:spLocks noGrp="1"/>
          </p:cNvSpPr>
          <p:nvPr>
            <p:ph type="sldNum" sz="quarter" idx="10"/>
          </p:nvPr>
        </p:nvSpPr>
        <p:spPr/>
        <p:txBody>
          <a:bodyPr/>
          <a:lstStyle/>
          <a:p>
            <a:fld id="{82869989-EB00-4EE7-BCB5-25BDC5BB29F8}" type="slidenum">
              <a:rPr lang="en-US" smtClean="0"/>
              <a:t>3</a:t>
            </a:fld>
            <a:endParaRPr lang="en-US"/>
          </a:p>
        </p:txBody>
      </p:sp>
    </p:spTree>
    <p:extLst>
      <p:ext uri="{BB962C8B-B14F-4D97-AF65-F5344CB8AC3E}">
        <p14:creationId xmlns:p14="http://schemas.microsoft.com/office/powerpoint/2010/main" val="22128189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BD451-3AB2-E25D-9F3A-8C6A5512F7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CDC571-5A66-7C7B-8BEF-29D4DDE9D4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51E1FC-75A7-D989-E465-57C16BE3C14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80FBBCA-4119-EE0B-D646-FC9B05FCC532}"/>
              </a:ext>
            </a:extLst>
          </p:cNvPr>
          <p:cNvSpPr>
            <a:spLocks noGrp="1"/>
          </p:cNvSpPr>
          <p:nvPr>
            <p:ph type="sldNum" sz="quarter" idx="10"/>
          </p:nvPr>
        </p:nvSpPr>
        <p:spPr/>
        <p:txBody>
          <a:bodyPr/>
          <a:lstStyle/>
          <a:p>
            <a:fld id="{82869989-EB00-4EE7-BCB5-25BDC5BB29F8}" type="slidenum">
              <a:rPr lang="en-US" smtClean="0"/>
              <a:t>4</a:t>
            </a:fld>
            <a:endParaRPr lang="en-US"/>
          </a:p>
        </p:txBody>
      </p:sp>
    </p:spTree>
    <p:extLst>
      <p:ext uri="{BB962C8B-B14F-4D97-AF65-F5344CB8AC3E}">
        <p14:creationId xmlns:p14="http://schemas.microsoft.com/office/powerpoint/2010/main" val="17887540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50B41-BE8C-E511-6BA3-2E07392455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67BD74-5954-5CE0-D8B5-C14A3E4687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B2694B-EC60-6027-24FD-A330A139DFB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5F95CC1-9390-E09D-29B3-3DE61BFF0652}"/>
              </a:ext>
            </a:extLst>
          </p:cNvPr>
          <p:cNvSpPr>
            <a:spLocks noGrp="1"/>
          </p:cNvSpPr>
          <p:nvPr>
            <p:ph type="sldNum" sz="quarter" idx="10"/>
          </p:nvPr>
        </p:nvSpPr>
        <p:spPr/>
        <p:txBody>
          <a:bodyPr/>
          <a:lstStyle/>
          <a:p>
            <a:fld id="{82869989-EB00-4EE7-BCB5-25BDC5BB29F8}" type="slidenum">
              <a:rPr lang="en-US" smtClean="0"/>
              <a:t>5</a:t>
            </a:fld>
            <a:endParaRPr lang="en-US"/>
          </a:p>
        </p:txBody>
      </p:sp>
    </p:spTree>
    <p:extLst>
      <p:ext uri="{BB962C8B-B14F-4D97-AF65-F5344CB8AC3E}">
        <p14:creationId xmlns:p14="http://schemas.microsoft.com/office/powerpoint/2010/main" val="21415194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16CEB-902B-1A7D-A928-15579E7EE5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781B49-FC63-3CFF-53EF-58FB5E4C72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5C5DDE-0227-DEEA-B7A3-7369AF3ED9A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79ADB9C-81D0-66CC-C4A7-BD49C52A5F96}"/>
              </a:ext>
            </a:extLst>
          </p:cNvPr>
          <p:cNvSpPr>
            <a:spLocks noGrp="1"/>
          </p:cNvSpPr>
          <p:nvPr>
            <p:ph type="sldNum" sz="quarter" idx="10"/>
          </p:nvPr>
        </p:nvSpPr>
        <p:spPr/>
        <p:txBody>
          <a:bodyPr/>
          <a:lstStyle/>
          <a:p>
            <a:fld id="{82869989-EB00-4EE7-BCB5-25BDC5BB29F8}" type="slidenum">
              <a:rPr lang="en-US" smtClean="0"/>
              <a:t>7</a:t>
            </a:fld>
            <a:endParaRPr lang="en-US"/>
          </a:p>
        </p:txBody>
      </p:sp>
    </p:spTree>
    <p:extLst>
      <p:ext uri="{BB962C8B-B14F-4D97-AF65-F5344CB8AC3E}">
        <p14:creationId xmlns:p14="http://schemas.microsoft.com/office/powerpoint/2010/main" val="1614476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5279F-73C0-366C-32C3-6F5816BB57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12CEDF-7EF5-D270-B9C9-2B607138A4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C54BC0-688F-8694-934C-95C07B9DB72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D195029-E333-90E2-42CC-4962E647D606}"/>
              </a:ext>
            </a:extLst>
          </p:cNvPr>
          <p:cNvSpPr>
            <a:spLocks noGrp="1"/>
          </p:cNvSpPr>
          <p:nvPr>
            <p:ph type="sldNum" sz="quarter" idx="10"/>
          </p:nvPr>
        </p:nvSpPr>
        <p:spPr/>
        <p:txBody>
          <a:bodyPr/>
          <a:lstStyle/>
          <a:p>
            <a:fld id="{82869989-EB00-4EE7-BCB5-25BDC5BB29F8}" type="slidenum">
              <a:rPr lang="en-US" smtClean="0"/>
              <a:t>8</a:t>
            </a:fld>
            <a:endParaRPr lang="en-US"/>
          </a:p>
        </p:txBody>
      </p:sp>
    </p:spTree>
    <p:extLst>
      <p:ext uri="{BB962C8B-B14F-4D97-AF65-F5344CB8AC3E}">
        <p14:creationId xmlns:p14="http://schemas.microsoft.com/office/powerpoint/2010/main" val="32086341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8A6EA-4704-2EA9-8B21-B7D36CDD1F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24D295-DB16-A6FD-236B-19E6E444B6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FD54B5-CCCF-4A57-F815-89677F1D0D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5448529-A19A-6062-2DFD-3B9A27CAEEB4}"/>
              </a:ext>
            </a:extLst>
          </p:cNvPr>
          <p:cNvSpPr>
            <a:spLocks noGrp="1"/>
          </p:cNvSpPr>
          <p:nvPr>
            <p:ph type="sldNum" sz="quarter" idx="10"/>
          </p:nvPr>
        </p:nvSpPr>
        <p:spPr/>
        <p:txBody>
          <a:bodyPr/>
          <a:lstStyle/>
          <a:p>
            <a:fld id="{82869989-EB00-4EE7-BCB5-25BDC5BB29F8}" type="slidenum">
              <a:rPr lang="en-US" smtClean="0"/>
              <a:t>9</a:t>
            </a:fld>
            <a:endParaRPr lang="en-US"/>
          </a:p>
        </p:txBody>
      </p:sp>
    </p:spTree>
    <p:extLst>
      <p:ext uri="{BB962C8B-B14F-4D97-AF65-F5344CB8AC3E}">
        <p14:creationId xmlns:p14="http://schemas.microsoft.com/office/powerpoint/2010/main" val="14135727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96D5A-516E-6CE7-3F79-B971E493F9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8E8A1B-8410-84BD-2F5C-4A758B70B7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ACA666-B536-32F4-D596-929F49EFDE1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CCC5681-6A66-3312-4F9B-48FFBE26EC88}"/>
              </a:ext>
            </a:extLst>
          </p:cNvPr>
          <p:cNvSpPr>
            <a:spLocks noGrp="1"/>
          </p:cNvSpPr>
          <p:nvPr>
            <p:ph type="sldNum" sz="quarter" idx="10"/>
          </p:nvPr>
        </p:nvSpPr>
        <p:spPr/>
        <p:txBody>
          <a:bodyPr/>
          <a:lstStyle/>
          <a:p>
            <a:fld id="{82869989-EB00-4EE7-BCB5-25BDC5BB29F8}" type="slidenum">
              <a:rPr lang="en-US" smtClean="0"/>
              <a:t>10</a:t>
            </a:fld>
            <a:endParaRPr lang="en-US"/>
          </a:p>
        </p:txBody>
      </p:sp>
    </p:spTree>
    <p:extLst>
      <p:ext uri="{BB962C8B-B14F-4D97-AF65-F5344CB8AC3E}">
        <p14:creationId xmlns:p14="http://schemas.microsoft.com/office/powerpoint/2010/main" val="34617791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E3D02-1E8D-1D26-7DD2-CF39813722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C3DB64-DF41-CC61-3FA5-5D2F31E2A9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E2BA00-FBCF-295E-25B0-F5B5F30ED5A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E75E070-EDA4-B5B4-91F0-6DAB770C663A}"/>
              </a:ext>
            </a:extLst>
          </p:cNvPr>
          <p:cNvSpPr>
            <a:spLocks noGrp="1"/>
          </p:cNvSpPr>
          <p:nvPr>
            <p:ph type="sldNum" sz="quarter" idx="10"/>
          </p:nvPr>
        </p:nvSpPr>
        <p:spPr/>
        <p:txBody>
          <a:bodyPr/>
          <a:lstStyle/>
          <a:p>
            <a:fld id="{82869989-EB00-4EE7-BCB5-25BDC5BB29F8}" type="slidenum">
              <a:rPr lang="en-US" smtClean="0"/>
              <a:t>11</a:t>
            </a:fld>
            <a:endParaRPr lang="en-US"/>
          </a:p>
        </p:txBody>
      </p:sp>
    </p:spTree>
    <p:extLst>
      <p:ext uri="{BB962C8B-B14F-4D97-AF65-F5344CB8AC3E}">
        <p14:creationId xmlns:p14="http://schemas.microsoft.com/office/powerpoint/2010/main" val="41707472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05685-996B-E1E2-07E9-83CB5F92C5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507B66-2433-2F37-F5BF-388E4D4C2E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B62F78-1609-E1C7-C0F4-E7673DD2581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B7EDE13-EEB3-022B-62D8-507225D44B7A}"/>
              </a:ext>
            </a:extLst>
          </p:cNvPr>
          <p:cNvSpPr>
            <a:spLocks noGrp="1"/>
          </p:cNvSpPr>
          <p:nvPr>
            <p:ph type="sldNum" sz="quarter" idx="10"/>
          </p:nvPr>
        </p:nvSpPr>
        <p:spPr/>
        <p:txBody>
          <a:bodyPr/>
          <a:lstStyle/>
          <a:p>
            <a:fld id="{82869989-EB00-4EE7-BCB5-25BDC5BB29F8}" type="slidenum">
              <a:rPr lang="en-US" smtClean="0"/>
              <a:t>12</a:t>
            </a:fld>
            <a:endParaRPr lang="en-US"/>
          </a:p>
        </p:txBody>
      </p:sp>
    </p:spTree>
    <p:extLst>
      <p:ext uri="{BB962C8B-B14F-4D97-AF65-F5344CB8AC3E}">
        <p14:creationId xmlns:p14="http://schemas.microsoft.com/office/powerpoint/2010/main" val="16485167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C8576-34BD-2E9E-D20E-7BBD563A6B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28B18F-08C7-563E-72AF-4B85D5BD93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264CB5-448A-BC05-50CE-F481B1A6F0F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31D1C96-21BD-05A1-84AC-48B37044D61B}"/>
              </a:ext>
            </a:extLst>
          </p:cNvPr>
          <p:cNvSpPr>
            <a:spLocks noGrp="1"/>
          </p:cNvSpPr>
          <p:nvPr>
            <p:ph type="sldNum" sz="quarter" idx="10"/>
          </p:nvPr>
        </p:nvSpPr>
        <p:spPr/>
        <p:txBody>
          <a:bodyPr/>
          <a:lstStyle/>
          <a:p>
            <a:fld id="{82869989-EB00-4EE7-BCB5-25BDC5BB29F8}" type="slidenum">
              <a:rPr lang="en-US" smtClean="0"/>
              <a:t>13</a:t>
            </a:fld>
            <a:endParaRPr lang="en-US"/>
          </a:p>
        </p:txBody>
      </p:sp>
    </p:spTree>
    <p:extLst>
      <p:ext uri="{BB962C8B-B14F-4D97-AF65-F5344CB8AC3E}">
        <p14:creationId xmlns:p14="http://schemas.microsoft.com/office/powerpoint/2010/main" val="21420936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78D6E-9F2A-B481-2968-9B12AADB38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56C4F2-2A87-F722-A042-2586A5159E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7897D5-4F27-483C-6BE5-4B5D38649B6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2A72696-3754-E9C6-739B-4BA41849BBC6}"/>
              </a:ext>
            </a:extLst>
          </p:cNvPr>
          <p:cNvSpPr>
            <a:spLocks noGrp="1"/>
          </p:cNvSpPr>
          <p:nvPr>
            <p:ph type="sldNum" sz="quarter" idx="10"/>
          </p:nvPr>
        </p:nvSpPr>
        <p:spPr/>
        <p:txBody>
          <a:bodyPr/>
          <a:lstStyle/>
          <a:p>
            <a:fld id="{82869989-EB00-4EE7-BCB5-25BDC5BB29F8}" type="slidenum">
              <a:rPr lang="en-US" smtClean="0"/>
              <a:t>14</a:t>
            </a:fld>
            <a:endParaRPr lang="en-US"/>
          </a:p>
        </p:txBody>
      </p:sp>
    </p:spTree>
    <p:extLst>
      <p:ext uri="{BB962C8B-B14F-4D97-AF65-F5344CB8AC3E}">
        <p14:creationId xmlns:p14="http://schemas.microsoft.com/office/powerpoint/2010/main" val="30743558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321AC-E2DE-1486-5DE9-86171CCC80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713685-E270-EAAD-A41D-0A85DEDFDF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0A5268-4885-3FB4-FED3-23B56222861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DB1A795-CECA-03B1-6ABB-7A95F9832D15}"/>
              </a:ext>
            </a:extLst>
          </p:cNvPr>
          <p:cNvSpPr>
            <a:spLocks noGrp="1"/>
          </p:cNvSpPr>
          <p:nvPr>
            <p:ph type="sldNum" sz="quarter" idx="10"/>
          </p:nvPr>
        </p:nvSpPr>
        <p:spPr/>
        <p:txBody>
          <a:bodyPr/>
          <a:lstStyle/>
          <a:p>
            <a:fld id="{82869989-EB00-4EE7-BCB5-25BDC5BB29F8}" type="slidenum">
              <a:rPr lang="en-US" smtClean="0"/>
              <a:t>15</a:t>
            </a:fld>
            <a:endParaRPr lang="en-US"/>
          </a:p>
        </p:txBody>
      </p:sp>
    </p:spTree>
    <p:extLst>
      <p:ext uri="{BB962C8B-B14F-4D97-AF65-F5344CB8AC3E}">
        <p14:creationId xmlns:p14="http://schemas.microsoft.com/office/powerpoint/2010/main" val="29926640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44DC4-E40D-82B1-5AB5-7531351708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3BE146-E6FC-0D15-11E4-F3AB3494E0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D89789-41D1-1A6E-54A1-5B69008D765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427DC4A-0703-A263-E097-49E90DFC3435}"/>
              </a:ext>
            </a:extLst>
          </p:cNvPr>
          <p:cNvSpPr>
            <a:spLocks noGrp="1"/>
          </p:cNvSpPr>
          <p:nvPr>
            <p:ph type="sldNum" sz="quarter" idx="10"/>
          </p:nvPr>
        </p:nvSpPr>
        <p:spPr/>
        <p:txBody>
          <a:bodyPr/>
          <a:lstStyle/>
          <a:p>
            <a:fld id="{82869989-EB00-4EE7-BCB5-25BDC5BB29F8}" type="slidenum">
              <a:rPr lang="en-US" smtClean="0"/>
              <a:t>16</a:t>
            </a:fld>
            <a:endParaRPr lang="en-US"/>
          </a:p>
        </p:txBody>
      </p:sp>
    </p:spTree>
    <p:extLst>
      <p:ext uri="{BB962C8B-B14F-4D97-AF65-F5344CB8AC3E}">
        <p14:creationId xmlns:p14="http://schemas.microsoft.com/office/powerpoint/2010/main" val="29403435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36B68-84DD-E1BD-09BF-E89857AD40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CD6EAD-47CC-DACA-E6C4-A697BC94C0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46A090-7193-5F39-978D-631E4BBC04C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54A59A4-4930-CD62-B1AE-A40A3595496B}"/>
              </a:ext>
            </a:extLst>
          </p:cNvPr>
          <p:cNvSpPr>
            <a:spLocks noGrp="1"/>
          </p:cNvSpPr>
          <p:nvPr>
            <p:ph type="sldNum" sz="quarter" idx="10"/>
          </p:nvPr>
        </p:nvSpPr>
        <p:spPr/>
        <p:txBody>
          <a:bodyPr/>
          <a:lstStyle/>
          <a:p>
            <a:fld id="{82869989-EB00-4EE7-BCB5-25BDC5BB29F8}" type="slidenum">
              <a:rPr lang="en-US" smtClean="0"/>
              <a:t>17</a:t>
            </a:fld>
            <a:endParaRPr lang="en-US"/>
          </a:p>
        </p:txBody>
      </p:sp>
    </p:spTree>
    <p:extLst>
      <p:ext uri="{BB962C8B-B14F-4D97-AF65-F5344CB8AC3E}">
        <p14:creationId xmlns:p14="http://schemas.microsoft.com/office/powerpoint/2010/main" val="34199075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F254D-3D9B-0FE1-8D9A-027F3F8934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708196-79DA-399A-EA2E-4006F97521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B31512-ABBF-D8E4-B39E-982D1700E76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CD702E6-DA61-2D6C-778A-F38AE1603BDC}"/>
              </a:ext>
            </a:extLst>
          </p:cNvPr>
          <p:cNvSpPr>
            <a:spLocks noGrp="1"/>
          </p:cNvSpPr>
          <p:nvPr>
            <p:ph type="sldNum" sz="quarter" idx="10"/>
          </p:nvPr>
        </p:nvSpPr>
        <p:spPr/>
        <p:txBody>
          <a:bodyPr/>
          <a:lstStyle/>
          <a:p>
            <a:fld id="{82869989-EB00-4EE7-BCB5-25BDC5BB29F8}" type="slidenum">
              <a:rPr lang="en-US" smtClean="0"/>
              <a:t>18</a:t>
            </a:fld>
            <a:endParaRPr lang="en-US"/>
          </a:p>
        </p:txBody>
      </p:sp>
    </p:spTree>
    <p:extLst>
      <p:ext uri="{BB962C8B-B14F-4D97-AF65-F5344CB8AC3E}">
        <p14:creationId xmlns:p14="http://schemas.microsoft.com/office/powerpoint/2010/main" val="42118315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D96F9-E623-2626-D615-D3D95CC64A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B94D6B-65C0-007F-11E0-437AD81BC1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D37C39-EB9C-B37A-EF9F-8290CC4F824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A6FF150-5A97-345A-5080-F72561A3D7EC}"/>
              </a:ext>
            </a:extLst>
          </p:cNvPr>
          <p:cNvSpPr>
            <a:spLocks noGrp="1"/>
          </p:cNvSpPr>
          <p:nvPr>
            <p:ph type="sldNum" sz="quarter" idx="10"/>
          </p:nvPr>
        </p:nvSpPr>
        <p:spPr/>
        <p:txBody>
          <a:bodyPr/>
          <a:lstStyle/>
          <a:p>
            <a:fld id="{82869989-EB00-4EE7-BCB5-25BDC5BB29F8}" type="slidenum">
              <a:rPr lang="en-US" smtClean="0"/>
              <a:t>19</a:t>
            </a:fld>
            <a:endParaRPr lang="en-US"/>
          </a:p>
        </p:txBody>
      </p:sp>
    </p:spTree>
    <p:extLst>
      <p:ext uri="{BB962C8B-B14F-4D97-AF65-F5344CB8AC3E}">
        <p14:creationId xmlns:p14="http://schemas.microsoft.com/office/powerpoint/2010/main" val="26625935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B16F8-DB7A-A03A-8E3E-985FD2500F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5045AF-9268-6CD6-BD6C-A0FF054BB3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6E4E5C-507E-9DB7-EEE9-EE2B9D7B4C3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65BB7AE-0299-8000-EC1A-C72427C54B56}"/>
              </a:ext>
            </a:extLst>
          </p:cNvPr>
          <p:cNvSpPr>
            <a:spLocks noGrp="1"/>
          </p:cNvSpPr>
          <p:nvPr>
            <p:ph type="sldNum" sz="quarter" idx="10"/>
          </p:nvPr>
        </p:nvSpPr>
        <p:spPr/>
        <p:txBody>
          <a:bodyPr/>
          <a:lstStyle/>
          <a:p>
            <a:fld id="{82869989-EB00-4EE7-BCB5-25BDC5BB29F8}" type="slidenum">
              <a:rPr lang="en-US" smtClean="0"/>
              <a:t>20</a:t>
            </a:fld>
            <a:endParaRPr lang="en-US"/>
          </a:p>
        </p:txBody>
      </p:sp>
    </p:spTree>
    <p:extLst>
      <p:ext uri="{BB962C8B-B14F-4D97-AF65-F5344CB8AC3E}">
        <p14:creationId xmlns:p14="http://schemas.microsoft.com/office/powerpoint/2010/main" val="20509328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302B9-156C-2C10-B4D1-930BF0CEF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48F829-F0BD-72C0-7195-5190A20F49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7F2FD7-D92A-44A1-28DA-9501FD2C8E2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28199BC-AE99-3329-D3AC-A2D62F7B236D}"/>
              </a:ext>
            </a:extLst>
          </p:cNvPr>
          <p:cNvSpPr>
            <a:spLocks noGrp="1"/>
          </p:cNvSpPr>
          <p:nvPr>
            <p:ph type="sldNum" sz="quarter" idx="10"/>
          </p:nvPr>
        </p:nvSpPr>
        <p:spPr/>
        <p:txBody>
          <a:bodyPr/>
          <a:lstStyle/>
          <a:p>
            <a:fld id="{82869989-EB00-4EE7-BCB5-25BDC5BB29F8}" type="slidenum">
              <a:rPr lang="en-US" smtClean="0"/>
              <a:t>21</a:t>
            </a:fld>
            <a:endParaRPr lang="en-US"/>
          </a:p>
        </p:txBody>
      </p:sp>
    </p:spTree>
    <p:extLst>
      <p:ext uri="{BB962C8B-B14F-4D97-AF65-F5344CB8AC3E}">
        <p14:creationId xmlns:p14="http://schemas.microsoft.com/office/powerpoint/2010/main" val="42602989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63DB6-A81D-20BF-0D31-FF3E53B98B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AE05AC-65F9-B0FA-524F-BB39467D0D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9A5C88-3D63-ABE4-3667-6D49AAB5ED1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B92C91E-35A0-5F35-D10D-C74E5EE80041}"/>
              </a:ext>
            </a:extLst>
          </p:cNvPr>
          <p:cNvSpPr>
            <a:spLocks noGrp="1"/>
          </p:cNvSpPr>
          <p:nvPr>
            <p:ph type="sldNum" sz="quarter" idx="10"/>
          </p:nvPr>
        </p:nvSpPr>
        <p:spPr/>
        <p:txBody>
          <a:bodyPr/>
          <a:lstStyle/>
          <a:p>
            <a:fld id="{82869989-EB00-4EE7-BCB5-25BDC5BB29F8}" type="slidenum">
              <a:rPr lang="en-US" smtClean="0"/>
              <a:t>22</a:t>
            </a:fld>
            <a:endParaRPr lang="en-US"/>
          </a:p>
        </p:txBody>
      </p:sp>
    </p:spTree>
    <p:extLst>
      <p:ext uri="{BB962C8B-B14F-4D97-AF65-F5344CB8AC3E}">
        <p14:creationId xmlns:p14="http://schemas.microsoft.com/office/powerpoint/2010/main" val="10920662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5" name="Group 4"/>
          <p:cNvGrpSpPr/>
          <p:nvPr userDrawn="1"/>
        </p:nvGrpSpPr>
        <p:grpSpPr bwMode="hidden">
          <a:xfrm>
            <a:off x="-1" y="0"/>
            <a:ext cx="12192002" cy="6858000"/>
            <a:chOff x="-1" y="0"/>
            <a:chExt cx="12192002" cy="6858000"/>
          </a:xfrm>
        </p:grpSpPr>
        <p:cxnSp>
          <p:nvCxnSpPr>
            <p:cNvPr id="6" name="Straight Connector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Group 22"/>
            <p:cNvGrpSpPr/>
            <p:nvPr userDrawn="1"/>
          </p:nvGrpSpPr>
          <p:grpSpPr bwMode="hidden">
            <a:xfrm>
              <a:off x="-1" y="0"/>
              <a:ext cx="12192001" cy="6858000"/>
              <a:chOff x="-1" y="0"/>
              <a:chExt cx="12192001" cy="6858000"/>
            </a:xfrm>
          </p:grpSpPr>
          <p:cxnSp>
            <p:nvCxnSpPr>
              <p:cNvPr id="41" name="Straight Connector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Group 45"/>
              <p:cNvGrpSpPr/>
              <p:nvPr/>
            </p:nvGrpSpPr>
            <p:grpSpPr bwMode="hidden">
              <a:xfrm>
                <a:off x="6327885" y="0"/>
                <a:ext cx="5864115" cy="5898673"/>
                <a:chOff x="6327885" y="0"/>
                <a:chExt cx="5864115" cy="5898673"/>
              </a:xfrm>
            </p:grpSpPr>
            <p:cxnSp>
              <p:nvCxnSpPr>
                <p:cNvPr id="52" name="Straight Connector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Straight Connector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userDrawn="1"/>
          </p:nvGrpSpPr>
          <p:grpSpPr bwMode="hidden">
            <a:xfrm flipH="1">
              <a:off x="0" y="0"/>
              <a:ext cx="12192001" cy="6858000"/>
              <a:chOff x="-1" y="0"/>
              <a:chExt cx="12192001" cy="6858000"/>
            </a:xfrm>
          </p:grpSpPr>
          <p:cxnSp>
            <p:nvCxnSpPr>
              <p:cNvPr id="25" name="Straight Connector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Group 29"/>
              <p:cNvGrpSpPr/>
              <p:nvPr/>
            </p:nvGrpSpPr>
            <p:grpSpPr bwMode="hidden">
              <a:xfrm>
                <a:off x="6327885" y="0"/>
                <a:ext cx="5864115" cy="5898673"/>
                <a:chOff x="6327885" y="0"/>
                <a:chExt cx="5864115" cy="5898673"/>
              </a:xfrm>
            </p:grpSpPr>
            <p:cxnSp>
              <p:nvCxnSpPr>
                <p:cNvPr id="36" name="Straight Connector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Straight Connector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ctrTitle"/>
          </p:nvPr>
        </p:nvSpPr>
        <p:spPr>
          <a:xfrm>
            <a:off x="1293845" y="1909346"/>
            <a:ext cx="9604310" cy="3383280"/>
          </a:xfrm>
        </p:spPr>
        <p:txBody>
          <a:bodyPr anchor="b">
            <a:normAutofit/>
          </a:bodyPr>
          <a:lstStyle>
            <a:lvl1pPr algn="l">
              <a:lnSpc>
                <a:spcPct val="76000"/>
              </a:lnSpc>
              <a:defRPr sz="8000" cap="none"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93845" y="5432564"/>
            <a:ext cx="9604310" cy="457200"/>
          </a:xfrm>
        </p:spPr>
        <p:txBody>
          <a:bodyPr>
            <a:normAutofit/>
          </a:bodyPr>
          <a:lstStyle>
            <a:lvl1pPr marL="0" indent="0" algn="l">
              <a:spcBef>
                <a:spcPts val="0"/>
              </a:spcBef>
              <a:buNone/>
              <a:defRPr sz="2000" b="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58" name="Straight Connector 57"/>
          <p:cNvCxnSpPr/>
          <p:nvPr userDrawn="1"/>
        </p:nvCxnSpPr>
        <p:spPr>
          <a:xfrm>
            <a:off x="1295400" y="5294175"/>
            <a:ext cx="96012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AE374B5B-21A0-4192-BF4C-38187F1A68D8}" type="datetime1">
              <a:rPr lang="en-US" smtClean="0"/>
              <a:t>3/1/2025</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Group 6"/>
          <p:cNvGrpSpPr/>
          <p:nvPr userDrawn="1"/>
        </p:nvGrpSpPr>
        <p:grpSpPr bwMode="hidden">
          <a:xfrm>
            <a:off x="-1" y="0"/>
            <a:ext cx="12192002" cy="6858000"/>
            <a:chOff x="-1" y="0"/>
            <a:chExt cx="12192002" cy="6858000"/>
          </a:xfrm>
        </p:grpSpPr>
        <p:cxnSp>
          <p:nvCxnSpPr>
            <p:cNvPr id="8" name="Straight Connector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Group 23"/>
            <p:cNvGrpSpPr/>
            <p:nvPr userDrawn="1"/>
          </p:nvGrpSpPr>
          <p:grpSpPr bwMode="hidden">
            <a:xfrm>
              <a:off x="-1" y="0"/>
              <a:ext cx="12192001" cy="6858000"/>
              <a:chOff x="-1" y="0"/>
              <a:chExt cx="12192001" cy="6858000"/>
            </a:xfrm>
          </p:grpSpPr>
          <p:cxnSp>
            <p:nvCxnSpPr>
              <p:cNvPr id="42" name="Straight Connector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Group 46"/>
              <p:cNvGrpSpPr/>
              <p:nvPr/>
            </p:nvGrpSpPr>
            <p:grpSpPr bwMode="hidden">
              <a:xfrm>
                <a:off x="6327885" y="0"/>
                <a:ext cx="5864115" cy="5898673"/>
                <a:chOff x="6327885" y="0"/>
                <a:chExt cx="5864115" cy="5898673"/>
              </a:xfrm>
            </p:grpSpPr>
            <p:cxnSp>
              <p:nvCxnSpPr>
                <p:cNvPr id="53" name="Straight Connector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Straight Connector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userDrawn="1"/>
          </p:nvGrpSpPr>
          <p:grpSpPr bwMode="hidden">
            <a:xfrm flipH="1">
              <a:off x="0" y="0"/>
              <a:ext cx="12192001" cy="6858000"/>
              <a:chOff x="-1" y="0"/>
              <a:chExt cx="12192001" cy="6858000"/>
            </a:xfrm>
          </p:grpSpPr>
          <p:cxnSp>
            <p:nvCxnSpPr>
              <p:cNvPr id="26" name="Straight Connector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Group 30"/>
              <p:cNvGrpSpPr/>
              <p:nvPr/>
            </p:nvGrpSpPr>
            <p:grpSpPr bwMode="hidden">
              <a:xfrm>
                <a:off x="6327885" y="0"/>
                <a:ext cx="5864115" cy="5898673"/>
                <a:chOff x="6327885" y="0"/>
                <a:chExt cx="5864115" cy="5898673"/>
              </a:xfrm>
            </p:grpSpPr>
            <p:cxnSp>
              <p:nvCxnSpPr>
                <p:cNvPr id="37" name="Straight Connector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Straight Connector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295400" y="2541573"/>
            <a:ext cx="9601200" cy="2743200"/>
          </a:xfrm>
        </p:spPr>
        <p:txBody>
          <a:bodyPr anchor="b">
            <a:normAutofit/>
          </a:bodyPr>
          <a:lstStyle>
            <a:lvl1pPr>
              <a:lnSpc>
                <a:spcPct val="85000"/>
              </a:lnSpc>
              <a:defRPr sz="6000" cap="none"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295400" y="5431536"/>
            <a:ext cx="9601200" cy="457200"/>
          </a:xfrm>
        </p:spPr>
        <p:txBody>
          <a:bodyPr>
            <a:normAutofit/>
          </a:bodyPr>
          <a:lstStyle>
            <a:lvl1pPr marL="0" indent="0">
              <a:spcBef>
                <a:spcPts val="0"/>
              </a:spcBef>
              <a:buNone/>
              <a:defRPr sz="2000" b="0">
                <a:solidFill>
                  <a:schemeClr val="tx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cxnSp>
        <p:nvCxnSpPr>
          <p:cNvPr id="58" name="Straight Connector 57"/>
          <p:cNvCxnSpPr/>
          <p:nvPr userDrawn="1"/>
        </p:nvCxnSpPr>
        <p:spPr>
          <a:xfrm>
            <a:off x="1295400" y="5294175"/>
            <a:ext cx="9601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7780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954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46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33B5CF7C-B333-48E1-A4A6-83A3C8B73AC0}" type="datetime1">
              <a:rPr lang="en-US" smtClean="0"/>
              <a:t>3/1/2025</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954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246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46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AE320762-5CBF-4210-AB54-376B091119F8}" type="datetime1">
              <a:rPr lang="en-US" smtClean="0"/>
              <a:t>3/1/2025</a:t>
            </a:fld>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7F0DB371-BF5F-4058-A212-1A908E4D2674}" type="datetime1">
              <a:rPr lang="en-US" smtClean="0"/>
              <a:t>3/1/2025</a:t>
            </a:fld>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161" name="Group 160"/>
          <p:cNvGrpSpPr/>
          <p:nvPr userDrawn="1"/>
        </p:nvGrpSpPr>
        <p:grpSpPr bwMode="hidden">
          <a:xfrm>
            <a:off x="-1" y="0"/>
            <a:ext cx="12192002" cy="6858000"/>
            <a:chOff x="-1" y="0"/>
            <a:chExt cx="12192002" cy="6858000"/>
          </a:xfrm>
        </p:grpSpPr>
        <p:cxnSp>
          <p:nvCxnSpPr>
            <p:cNvPr id="162" name="Straight Connector 161"/>
            <p:cNvCxnSpPr/>
            <p:nvPr/>
          </p:nvCxnSpPr>
          <p:spPr bwMode="hidden">
            <a:xfrm>
              <a:off x="61019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bwMode="hidden">
            <a:xfrm>
              <a:off x="182933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bwMode="hidden">
            <a:xfrm>
              <a:off x="304847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bwMode="hidden">
            <a:xfrm>
              <a:off x="426760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bwMode="hidden">
            <a:xfrm>
              <a:off x="548674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bwMode="hidden">
            <a:xfrm>
              <a:off x="670588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bwMode="hidden">
            <a:xfrm>
              <a:off x="792502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bwMode="hidden">
            <a:xfrm>
              <a:off x="914416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bwMode="hidden">
            <a:xfrm>
              <a:off x="1036329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bwMode="hidden">
            <a:xfrm>
              <a:off x="1158243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bwMode="hidden">
            <a:xfrm>
              <a:off x="2819" y="38648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bwMode="hidden">
            <a:xfrm>
              <a:off x="2819" y="1611181"/>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bwMode="hidden">
            <a:xfrm>
              <a:off x="2819" y="2835877"/>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bwMode="hidden">
            <a:xfrm>
              <a:off x="2819" y="4060573"/>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bwMode="hidden">
            <a:xfrm>
              <a:off x="2819" y="5285269"/>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bwMode="hidden">
            <a:xfrm>
              <a:off x="2819" y="650996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78" name="Group 177"/>
            <p:cNvGrpSpPr/>
            <p:nvPr userDrawn="1"/>
          </p:nvGrpSpPr>
          <p:grpSpPr bwMode="hidden">
            <a:xfrm>
              <a:off x="-1" y="0"/>
              <a:ext cx="12192001" cy="6858000"/>
              <a:chOff x="-1" y="0"/>
              <a:chExt cx="12192001" cy="6858000"/>
            </a:xfrm>
          </p:grpSpPr>
          <p:cxnSp>
            <p:nvCxnSpPr>
              <p:cNvPr id="196" name="Straight Connector 195"/>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201" name="Group 200"/>
              <p:cNvGrpSpPr/>
              <p:nvPr/>
            </p:nvGrpSpPr>
            <p:grpSpPr bwMode="hidden">
              <a:xfrm>
                <a:off x="6327885" y="0"/>
                <a:ext cx="5864115" cy="5898673"/>
                <a:chOff x="6327885" y="0"/>
                <a:chExt cx="5864115" cy="5898673"/>
              </a:xfrm>
            </p:grpSpPr>
            <p:cxnSp>
              <p:nvCxnSpPr>
                <p:cNvPr id="207" name="Straight Connector 206"/>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202" name="Straight Connector 201"/>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userDrawn="1"/>
          </p:nvGrpSpPr>
          <p:grpSpPr bwMode="hidden">
            <a:xfrm flipH="1">
              <a:off x="0" y="0"/>
              <a:ext cx="12192001" cy="6858000"/>
              <a:chOff x="-1" y="0"/>
              <a:chExt cx="12192001" cy="6858000"/>
            </a:xfrm>
          </p:grpSpPr>
          <p:cxnSp>
            <p:nvCxnSpPr>
              <p:cNvPr id="180" name="Straight Connector 179"/>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85" name="Group 184"/>
              <p:cNvGrpSpPr/>
              <p:nvPr/>
            </p:nvGrpSpPr>
            <p:grpSpPr bwMode="hidden">
              <a:xfrm>
                <a:off x="6327885" y="0"/>
                <a:ext cx="5864115" cy="5898673"/>
                <a:chOff x="6327885" y="0"/>
                <a:chExt cx="5864115" cy="5898673"/>
              </a:xfrm>
            </p:grpSpPr>
            <p:cxnSp>
              <p:nvCxnSpPr>
                <p:cNvPr id="191" name="Straight Connector 190"/>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186" name="Straight Connector 185"/>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sp>
        <p:nvSpPr>
          <p:cNvPr id="213" name="Footer Placeholder 212"/>
          <p:cNvSpPr>
            <a:spLocks noGrp="1"/>
          </p:cNvSpPr>
          <p:nvPr>
            <p:ph type="ftr" sz="quarter" idx="11"/>
          </p:nvPr>
        </p:nvSpPr>
        <p:spPr/>
        <p:txBody>
          <a:bodyPr/>
          <a:lstStyle/>
          <a:p>
            <a:r>
              <a:rPr lang="en-US" dirty="0"/>
              <a:t>Add a footer</a:t>
            </a:r>
          </a:p>
        </p:txBody>
      </p:sp>
      <p:sp>
        <p:nvSpPr>
          <p:cNvPr id="212" name="Date Placeholder 211"/>
          <p:cNvSpPr>
            <a:spLocks noGrp="1"/>
          </p:cNvSpPr>
          <p:nvPr>
            <p:ph type="dt" sz="half" idx="10"/>
          </p:nvPr>
        </p:nvSpPr>
        <p:spPr/>
        <p:txBody>
          <a:bodyPr/>
          <a:lstStyle/>
          <a:p>
            <a:fld id="{60A4083B-90AA-48CF-BAD5-00AA24D7F288}" type="datetime1">
              <a:rPr lang="en-US" smtClean="0"/>
              <a:t>3/1/2025</a:t>
            </a:fld>
            <a:endParaRPr lang="en-US"/>
          </a:p>
        </p:txBody>
      </p:sp>
      <p:sp>
        <p:nvSpPr>
          <p:cNvPr id="214" name="Slide Number Placeholder 213"/>
          <p:cNvSpPr>
            <a:spLocks noGrp="1"/>
          </p:cNvSpPr>
          <p:nvPr>
            <p:ph type="sldNum" sz="quarter" idx="12"/>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Group 8"/>
          <p:cNvGrpSpPr/>
          <p:nvPr userDrawn="1"/>
        </p:nvGrpSpPr>
        <p:grpSpPr bwMode="hidden">
          <a:xfrm>
            <a:off x="-1" y="0"/>
            <a:ext cx="12192002" cy="6858000"/>
            <a:chOff x="-1" y="0"/>
            <a:chExt cx="12192002" cy="6858000"/>
          </a:xfrm>
        </p:grpSpPr>
        <p:cxnSp>
          <p:nvCxnSpPr>
            <p:cNvPr id="10" name="Straight Connector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Group 25"/>
            <p:cNvGrpSpPr/>
            <p:nvPr userDrawn="1"/>
          </p:nvGrpSpPr>
          <p:grpSpPr bwMode="hidden">
            <a:xfrm>
              <a:off x="-1" y="0"/>
              <a:ext cx="12192001" cy="6858000"/>
              <a:chOff x="-1" y="0"/>
              <a:chExt cx="12192001" cy="6858000"/>
            </a:xfrm>
          </p:grpSpPr>
          <p:cxnSp>
            <p:nvCxnSpPr>
              <p:cNvPr id="44" name="Straight Connector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Group 48"/>
              <p:cNvGrpSpPr/>
              <p:nvPr/>
            </p:nvGrpSpPr>
            <p:grpSpPr bwMode="hidden">
              <a:xfrm>
                <a:off x="6327885" y="0"/>
                <a:ext cx="5864115" cy="5898673"/>
                <a:chOff x="6327885" y="0"/>
                <a:chExt cx="5864115" cy="5898673"/>
              </a:xfrm>
            </p:grpSpPr>
            <p:cxnSp>
              <p:nvCxnSpPr>
                <p:cNvPr id="55" name="Straight Connector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Straight Connector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userDrawn="1"/>
          </p:nvGrpSpPr>
          <p:grpSpPr bwMode="hidden">
            <a:xfrm flipH="1">
              <a:off x="0" y="0"/>
              <a:ext cx="12192001" cy="6858000"/>
              <a:chOff x="-1" y="0"/>
              <a:chExt cx="12192001" cy="6858000"/>
            </a:xfrm>
          </p:grpSpPr>
          <p:cxnSp>
            <p:nvCxnSpPr>
              <p:cNvPr id="28" name="Straight Connector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bwMode="hidden">
              <a:xfrm>
                <a:off x="6327885" y="0"/>
                <a:ext cx="5864115" cy="5898673"/>
                <a:chOff x="6327885" y="0"/>
                <a:chExt cx="5864115" cy="5898673"/>
              </a:xfrm>
            </p:grpSpPr>
            <p:cxnSp>
              <p:nvCxnSpPr>
                <p:cNvPr id="39" name="Straight Connector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Straight Connector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Rectangle 6"/>
          <p:cNvSpPr/>
          <p:nvPr userDrawn="1"/>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13152" y="571500"/>
            <a:ext cx="3657600" cy="2197100"/>
          </a:xfrm>
        </p:spPr>
        <p:txBody>
          <a:bodyPr anchor="b">
            <a:normAutofit/>
          </a:bodyPr>
          <a:lstStyle>
            <a:lvl1pPr>
              <a:defRPr sz="26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43197" y="571500"/>
            <a:ext cx="6217920" cy="571500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913152" y="2995012"/>
            <a:ext cx="3657600" cy="2285950"/>
          </a:xfrm>
        </p:spPr>
        <p:txBody>
          <a:bodyPr>
            <a:normAutofit/>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lvl1pPr>
              <a:defRPr>
                <a:solidFill>
                  <a:schemeClr val="bg1"/>
                </a:solidFill>
              </a:defRPr>
            </a:lvl1pPr>
          </a:lstStyle>
          <a:p>
            <a:fld id="{F5BAF629-ECA2-4CF3-B790-9D9BDED98269}" type="datetime1">
              <a:rPr lang="en-US" smtClean="0"/>
              <a:pPr/>
              <a:t>3/1/2025</a:t>
            </a:fld>
            <a:endParaRPr lang="en-US"/>
          </a:p>
        </p:txBody>
      </p:sp>
      <p:sp>
        <p:nvSpPr>
          <p:cNvPr id="8" name="Slide Number Placeholder 7"/>
          <p:cNvSpPr>
            <a:spLocks noGrp="1"/>
          </p:cNvSpPr>
          <p:nvPr>
            <p:ph type="sldNum" sz="quarter" idx="12"/>
          </p:nvPr>
        </p:nvSpPr>
        <p:spPr/>
        <p:txBody>
          <a:bodyPr/>
          <a:lstStyle>
            <a:lvl1pPr>
              <a:defRPr>
                <a:solidFill>
                  <a:schemeClr val="bg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Group 7"/>
          <p:cNvGrpSpPr/>
          <p:nvPr/>
        </p:nvGrpSpPr>
        <p:grpSpPr bwMode="hidden">
          <a:xfrm>
            <a:off x="-1" y="0"/>
            <a:ext cx="12192002" cy="6858000"/>
            <a:chOff x="-1" y="0"/>
            <a:chExt cx="12192002" cy="6858000"/>
          </a:xfrm>
        </p:grpSpPr>
        <p:cxnSp>
          <p:nvCxnSpPr>
            <p:cNvPr id="9" name="Straight Connector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p:nvGrpSpPr>
          <p:grpSpPr bwMode="hidden">
            <a:xfrm>
              <a:off x="-1" y="0"/>
              <a:ext cx="12192001" cy="6858000"/>
              <a:chOff x="-1" y="0"/>
              <a:chExt cx="12192001" cy="6858000"/>
            </a:xfrm>
          </p:grpSpPr>
          <p:cxnSp>
            <p:nvCxnSpPr>
              <p:cNvPr id="43" name="Straight Connector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Group 47"/>
              <p:cNvGrpSpPr/>
              <p:nvPr/>
            </p:nvGrpSpPr>
            <p:grpSpPr bwMode="hidden">
              <a:xfrm>
                <a:off x="6327885" y="0"/>
                <a:ext cx="5864115" cy="5898673"/>
                <a:chOff x="6327885" y="0"/>
                <a:chExt cx="5864115" cy="5898673"/>
              </a:xfrm>
            </p:grpSpPr>
            <p:cxnSp>
              <p:nvCxnSpPr>
                <p:cNvPr id="54" name="Straight Connector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Straight Connector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bwMode="hidden">
            <a:xfrm flipH="1">
              <a:off x="0" y="0"/>
              <a:ext cx="12192001" cy="6858000"/>
              <a:chOff x="-1" y="0"/>
              <a:chExt cx="12192001" cy="6858000"/>
            </a:xfrm>
          </p:grpSpPr>
          <p:cxnSp>
            <p:nvCxnSpPr>
              <p:cNvPr id="27" name="Straight Connector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bwMode="hidden">
              <a:xfrm>
                <a:off x="6327885" y="0"/>
                <a:ext cx="5864115" cy="5898673"/>
                <a:chOff x="6327885" y="0"/>
                <a:chExt cx="5864115" cy="5898673"/>
              </a:xfrm>
            </p:grpSpPr>
            <p:cxnSp>
              <p:nvCxnSpPr>
                <p:cNvPr id="38" name="Straight Connector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Straight Connector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Rectangle 59"/>
          <p:cNvSpPr/>
          <p:nvPr/>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909560" y="576072"/>
            <a:ext cx="3657600" cy="2194560"/>
          </a:xfrm>
        </p:spPr>
        <p:txBody>
          <a:bodyPr anchor="b">
            <a:normAutofit/>
          </a:bodyPr>
          <a:lstStyle>
            <a:lvl1pPr>
              <a:defRPr sz="2600">
                <a:solidFill>
                  <a:schemeClr val="bg1"/>
                </a:solidFill>
              </a:defRPr>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4412" y="-159"/>
            <a:ext cx="7315200" cy="685800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09560" y="2999232"/>
            <a:ext cx="3657600" cy="2286000"/>
          </a:xfrm>
        </p:spPr>
        <p:txBody>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620318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384A29A4-78C8-47AB-BA06-22CB45938951}" type="datetime1">
              <a:rPr lang="en-US" smtClean="0"/>
              <a:t>3/1/2025</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09314" y="489856"/>
            <a:ext cx="1687286" cy="530134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9" y="489856"/>
            <a:ext cx="7587344" cy="530134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1ED4ACF-2D82-46F2-A8E9-23963AA34E86}" type="datetime1">
              <a:rPr lang="en-US" smtClean="0"/>
              <a:t>3/1/2025</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grpSp>
        <p:nvGrpSpPr>
          <p:cNvPr id="96" name="Group 95"/>
          <p:cNvGrpSpPr/>
          <p:nvPr userDrawn="1"/>
        </p:nvGrpSpPr>
        <p:grpSpPr bwMode="hidden">
          <a:xfrm>
            <a:off x="-1" y="-195943"/>
            <a:ext cx="12192002" cy="6858000"/>
            <a:chOff x="-1" y="0"/>
            <a:chExt cx="12192002" cy="6858000"/>
          </a:xfrm>
        </p:grpSpPr>
        <p:cxnSp>
          <p:nvCxnSpPr>
            <p:cNvPr id="97" name="Straight Connector 96"/>
            <p:cNvCxnSpPr/>
            <p:nvPr/>
          </p:nvCxnSpPr>
          <p:spPr bwMode="hidden">
            <a:xfrm>
              <a:off x="61019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bwMode="hidden">
            <a:xfrm>
              <a:off x="182933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bwMode="hidden">
            <a:xfrm>
              <a:off x="304847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bwMode="hidden">
            <a:xfrm>
              <a:off x="426760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bwMode="hidden">
            <a:xfrm>
              <a:off x="548674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bwMode="hidden">
            <a:xfrm>
              <a:off x="670588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bwMode="hidden">
            <a:xfrm>
              <a:off x="792502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bwMode="hidden">
            <a:xfrm>
              <a:off x="914416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bwMode="hidden">
            <a:xfrm>
              <a:off x="1036329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bwMode="hidden">
            <a:xfrm>
              <a:off x="1158243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bwMode="hidden">
            <a:xfrm>
              <a:off x="2819" y="38648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bwMode="hidden">
            <a:xfrm>
              <a:off x="2819" y="1611181"/>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bwMode="hidden">
            <a:xfrm>
              <a:off x="2819" y="2835877"/>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bwMode="hidden">
            <a:xfrm>
              <a:off x="2819" y="4060573"/>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bwMode="hidden">
            <a:xfrm>
              <a:off x="2819" y="5285269"/>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bwMode="hidden">
            <a:xfrm>
              <a:off x="2819" y="650996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13" name="Group 112"/>
            <p:cNvGrpSpPr/>
            <p:nvPr userDrawn="1"/>
          </p:nvGrpSpPr>
          <p:grpSpPr bwMode="hidden">
            <a:xfrm>
              <a:off x="-1" y="0"/>
              <a:ext cx="12192001" cy="6858000"/>
              <a:chOff x="-1" y="0"/>
              <a:chExt cx="12192001" cy="6858000"/>
            </a:xfrm>
          </p:grpSpPr>
          <p:cxnSp>
            <p:nvCxnSpPr>
              <p:cNvPr id="131" name="Straight Connector 130"/>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36" name="Group 135"/>
              <p:cNvGrpSpPr/>
              <p:nvPr/>
            </p:nvGrpSpPr>
            <p:grpSpPr bwMode="hidden">
              <a:xfrm>
                <a:off x="6327885" y="0"/>
                <a:ext cx="5864115" cy="5898673"/>
                <a:chOff x="6327885" y="0"/>
                <a:chExt cx="5864115" cy="5898673"/>
              </a:xfrm>
            </p:grpSpPr>
            <p:cxnSp>
              <p:nvCxnSpPr>
                <p:cNvPr id="142" name="Straight Connector 141"/>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37" name="Straight Connector 136"/>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Group 113"/>
            <p:cNvGrpSpPr/>
            <p:nvPr userDrawn="1"/>
          </p:nvGrpSpPr>
          <p:grpSpPr bwMode="hidden">
            <a:xfrm flipH="1">
              <a:off x="0" y="0"/>
              <a:ext cx="12192001" cy="6858000"/>
              <a:chOff x="-1" y="0"/>
              <a:chExt cx="12192001" cy="6858000"/>
            </a:xfrm>
          </p:grpSpPr>
          <p:cxnSp>
            <p:nvCxnSpPr>
              <p:cNvPr id="115" name="Straight Connector 114"/>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20" name="Group 119"/>
              <p:cNvGrpSpPr/>
              <p:nvPr/>
            </p:nvGrpSpPr>
            <p:grpSpPr bwMode="hidden">
              <a:xfrm>
                <a:off x="6327885" y="0"/>
                <a:ext cx="5864115" cy="5898673"/>
                <a:chOff x="6327885" y="0"/>
                <a:chExt cx="5864115" cy="5898673"/>
              </a:xfrm>
            </p:grpSpPr>
            <p:cxnSp>
              <p:nvCxnSpPr>
                <p:cNvPr id="126" name="Straight Connector 125"/>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21" name="Straight Connector 120"/>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p:ph type="title"/>
          </p:nvPr>
        </p:nvSpPr>
        <p:spPr>
          <a:xfrm>
            <a:off x="1295400" y="503853"/>
            <a:ext cx="9601200" cy="114238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95400" y="1981201"/>
            <a:ext cx="9601200" cy="38099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48" name="Straight Connector 147"/>
          <p:cNvCxnSpPr/>
          <p:nvPr userDrawn="1"/>
        </p:nvCxnSpPr>
        <p:spPr>
          <a:xfrm>
            <a:off x="609600" y="6172200"/>
            <a:ext cx="10972800"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p:cNvSpPr>
            <a:spLocks noGrp="1"/>
          </p:cNvSpPr>
          <p:nvPr>
            <p:ph type="ftr" sz="quarter" idx="3"/>
          </p:nvPr>
        </p:nvSpPr>
        <p:spPr>
          <a:xfrm>
            <a:off x="609601" y="6289679"/>
            <a:ext cx="6128030" cy="222436"/>
          </a:xfrm>
          <a:prstGeom prst="rect">
            <a:avLst/>
          </a:prstGeom>
        </p:spPr>
        <p:txBody>
          <a:bodyPr vert="horz" lIns="91440" tIns="45720" rIns="91440" bIns="45720" rtlCol="0" anchor="ctr"/>
          <a:lstStyle>
            <a:lvl1pPr algn="l">
              <a:defRPr sz="1100">
                <a:solidFill>
                  <a:schemeClr val="tx1">
                    <a:lumMod val="90000"/>
                    <a:lumOff val="10000"/>
                  </a:schemeClr>
                </a:solidFill>
              </a:defRPr>
            </a:lvl1pPr>
          </a:lstStyle>
          <a:p>
            <a:r>
              <a:rPr lang="en-US" dirty="0"/>
              <a:t>Add a footer</a:t>
            </a:r>
          </a:p>
        </p:txBody>
      </p:sp>
      <p:sp>
        <p:nvSpPr>
          <p:cNvPr id="4" name="Date Placeholder 3"/>
          <p:cNvSpPr>
            <a:spLocks noGrp="1"/>
          </p:cNvSpPr>
          <p:nvPr>
            <p:ph type="dt" sz="half" idx="2"/>
          </p:nvPr>
        </p:nvSpPr>
        <p:spPr>
          <a:xfrm>
            <a:off x="9294042" y="6289679"/>
            <a:ext cx="965946"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B51B2453-8663-4C69-AF73-9FD7B1DEC5D0}" type="datetime1">
              <a:rPr lang="en-US" smtClean="0"/>
              <a:pPr/>
              <a:t>3/1/2025</a:t>
            </a:fld>
            <a:endParaRPr lang="en-US" dirty="0"/>
          </a:p>
        </p:txBody>
      </p:sp>
      <p:sp>
        <p:nvSpPr>
          <p:cNvPr id="6" name="Slide Number Placeholder 5"/>
          <p:cNvSpPr>
            <a:spLocks noGrp="1"/>
          </p:cNvSpPr>
          <p:nvPr>
            <p:ph type="sldNum" sz="quarter" idx="4"/>
          </p:nvPr>
        </p:nvSpPr>
        <p:spPr>
          <a:xfrm>
            <a:off x="10665311" y="6289679"/>
            <a:ext cx="918882"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9"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2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93845" y="3005672"/>
            <a:ext cx="9604310" cy="1309656"/>
          </a:xfrm>
        </p:spPr>
        <p:txBody>
          <a:bodyPr>
            <a:normAutofit/>
          </a:bodyPr>
          <a:lstStyle/>
          <a:p>
            <a:pPr algn="ctr"/>
            <a:r>
              <a:rPr lang="en-US" sz="5000" dirty="0">
                <a:latin typeface="Tahoma" panose="020B0604030504040204" pitchFamily="34" charset="0"/>
                <a:ea typeface="Tahoma" panose="020B0604030504040204" pitchFamily="34" charset="0"/>
                <a:cs typeface="Tahoma" panose="020B0604030504040204" pitchFamily="34" charset="0"/>
              </a:rPr>
              <a:t>HƯỚNG DẪN</a:t>
            </a:r>
            <a:br>
              <a:rPr lang="en-US" sz="5000" dirty="0">
                <a:latin typeface="Tahoma" panose="020B0604030504040204" pitchFamily="34" charset="0"/>
                <a:ea typeface="Tahoma" panose="020B0604030504040204" pitchFamily="34" charset="0"/>
                <a:cs typeface="Tahoma" panose="020B0604030504040204" pitchFamily="34" charset="0"/>
              </a:rPr>
            </a:br>
            <a:r>
              <a:rPr lang="en-US" sz="5000" dirty="0">
                <a:latin typeface="Tahoma" panose="020B0604030504040204" pitchFamily="34" charset="0"/>
                <a:ea typeface="Tahoma" panose="020B0604030504040204" pitchFamily="34" charset="0"/>
                <a:cs typeface="Tahoma" panose="020B0604030504040204" pitchFamily="34" charset="0"/>
              </a:rPr>
              <a:t>NÂNG CAO VỀ PFSENSE</a:t>
            </a:r>
          </a:p>
        </p:txBody>
      </p:sp>
      <p:sp>
        <p:nvSpPr>
          <p:cNvPr id="3" name="Subtitle 2"/>
          <p:cNvSpPr>
            <a:spLocks noGrp="1"/>
          </p:cNvSpPr>
          <p:nvPr>
            <p:ph type="subTitle" idx="1"/>
          </p:nvPr>
        </p:nvSpPr>
        <p:spPr/>
        <p:txBody>
          <a:bodyPr/>
          <a:lstStyle/>
          <a:p>
            <a:pPr algn="ctr"/>
            <a:r>
              <a:rPr lang="en-US" dirty="0" err="1">
                <a:solidFill>
                  <a:srgbClr val="0070C0"/>
                </a:solidFill>
              </a:rPr>
              <a:t>Nguyễn</a:t>
            </a:r>
            <a:r>
              <a:rPr lang="en-US" dirty="0">
                <a:solidFill>
                  <a:srgbClr val="0070C0"/>
                </a:solidFill>
              </a:rPr>
              <a:t> Văn Bình</a:t>
            </a:r>
          </a:p>
        </p:txBody>
      </p:sp>
      <p:pic>
        <p:nvPicPr>
          <p:cNvPr id="6" name="Picture 5">
            <a:extLst>
              <a:ext uri="{FF2B5EF4-FFF2-40B4-BE49-F238E27FC236}">
                <a16:creationId xmlns:a16="http://schemas.microsoft.com/office/drawing/2014/main" id="{5C6A1302-8F60-094A-8C47-76CEC5D88994}"/>
              </a:ext>
            </a:extLst>
          </p:cNvPr>
          <p:cNvPicPr>
            <a:picLocks noChangeAspect="1"/>
          </p:cNvPicPr>
          <p:nvPr/>
        </p:nvPicPr>
        <p:blipFill>
          <a:blip r:embed="rId2"/>
          <a:stretch>
            <a:fillRect/>
          </a:stretch>
        </p:blipFill>
        <p:spPr>
          <a:xfrm>
            <a:off x="1481730" y="513115"/>
            <a:ext cx="3706582" cy="2038450"/>
          </a:xfrm>
          <a:prstGeom prst="rect">
            <a:avLst/>
          </a:prstGeom>
        </p:spPr>
      </p:pic>
      <p:pic>
        <p:nvPicPr>
          <p:cNvPr id="9" name="Picture 8">
            <a:extLst>
              <a:ext uri="{FF2B5EF4-FFF2-40B4-BE49-F238E27FC236}">
                <a16:creationId xmlns:a16="http://schemas.microsoft.com/office/drawing/2014/main" id="{948CD762-C76F-F46C-0531-799805AC1193}"/>
              </a:ext>
            </a:extLst>
          </p:cNvPr>
          <p:cNvPicPr>
            <a:picLocks noChangeAspect="1"/>
          </p:cNvPicPr>
          <p:nvPr/>
        </p:nvPicPr>
        <p:blipFill>
          <a:blip r:embed="rId3"/>
          <a:stretch>
            <a:fillRect/>
          </a:stretch>
        </p:blipFill>
        <p:spPr>
          <a:xfrm>
            <a:off x="6400761" y="438846"/>
            <a:ext cx="4197214" cy="2186988"/>
          </a:xfrm>
          <a:prstGeom prst="rect">
            <a:avLst/>
          </a:prstGeom>
        </p:spPr>
      </p:pic>
    </p:spTree>
    <p:extLst>
      <p:ext uri="{BB962C8B-B14F-4D97-AF65-F5344CB8AC3E}">
        <p14:creationId xmlns:p14="http://schemas.microsoft.com/office/powerpoint/2010/main" val="106904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C728C-7FE9-8565-2F88-3611FD1C956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DFF0A8B-3741-964D-CE1A-33265A7FB3D9}"/>
              </a:ext>
            </a:extLst>
          </p:cNvPr>
          <p:cNvSpPr txBox="1"/>
          <p:nvPr/>
        </p:nvSpPr>
        <p:spPr>
          <a:xfrm>
            <a:off x="2244306" y="2001329"/>
            <a:ext cx="7703388" cy="830997"/>
          </a:xfrm>
          <a:prstGeom prst="rect">
            <a:avLst/>
          </a:prstGeom>
          <a:noFill/>
        </p:spPr>
        <p:txBody>
          <a:bodyPr wrap="square" rtlCol="0">
            <a:spAutoFit/>
          </a:bodyPr>
          <a:lstStyle/>
          <a:p>
            <a:pPr algn="ctr"/>
            <a:r>
              <a:rPr lang="en-US" sz="2400" b="1" dirty="0">
                <a:solidFill>
                  <a:srgbClr val="0070C0"/>
                </a:solidFill>
              </a:rPr>
              <a:t>PHẦN 5</a:t>
            </a:r>
          </a:p>
          <a:p>
            <a:pPr algn="ctr"/>
            <a:r>
              <a:rPr lang="en-US" sz="2400" b="1" dirty="0">
                <a:solidFill>
                  <a:srgbClr val="0070C0"/>
                </a:solidFill>
              </a:rPr>
              <a:t>KHAI BÁO LOAD-BALANCED</a:t>
            </a:r>
          </a:p>
        </p:txBody>
      </p:sp>
    </p:spTree>
    <p:extLst>
      <p:ext uri="{BB962C8B-B14F-4D97-AF65-F5344CB8AC3E}">
        <p14:creationId xmlns:p14="http://schemas.microsoft.com/office/powerpoint/2010/main" val="3317934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FBE56-740A-F819-A1EE-29E35015F7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8328AF-D4DB-6FD2-D9B5-9154F19D8E5F}"/>
              </a:ext>
            </a:extLst>
          </p:cNvPr>
          <p:cNvSpPr>
            <a:spLocks noGrp="1"/>
          </p:cNvSpPr>
          <p:nvPr>
            <p:ph type="title"/>
          </p:nvPr>
        </p:nvSpPr>
        <p:spPr>
          <a:xfrm>
            <a:off x="0" y="0"/>
            <a:ext cx="12192000" cy="618067"/>
          </a:xfrm>
        </p:spPr>
        <p:txBody>
          <a:bodyPr>
            <a:normAutofit/>
          </a:bodyPr>
          <a:lstStyle/>
          <a:p>
            <a:pPr algn="ctr"/>
            <a:r>
              <a:rPr lang="en-US" sz="3000" dirty="0">
                <a:solidFill>
                  <a:srgbClr val="0070C0"/>
                </a:solidFill>
              </a:rPr>
              <a:t>Khai </a:t>
            </a:r>
            <a:r>
              <a:rPr lang="en-US" sz="3000" dirty="0" err="1">
                <a:solidFill>
                  <a:srgbClr val="0070C0"/>
                </a:solidFill>
              </a:rPr>
              <a:t>báo</a:t>
            </a:r>
            <a:r>
              <a:rPr lang="en-US" sz="3000" dirty="0">
                <a:solidFill>
                  <a:srgbClr val="0070C0"/>
                </a:solidFill>
              </a:rPr>
              <a:t> Load-Balance</a:t>
            </a:r>
          </a:p>
        </p:txBody>
      </p:sp>
      <p:sp>
        <p:nvSpPr>
          <p:cNvPr id="3" name="TextBox 2">
            <a:extLst>
              <a:ext uri="{FF2B5EF4-FFF2-40B4-BE49-F238E27FC236}">
                <a16:creationId xmlns:a16="http://schemas.microsoft.com/office/drawing/2014/main" id="{4AEF4F56-9245-02AB-CCA5-C4363EC51ED5}"/>
              </a:ext>
            </a:extLst>
          </p:cNvPr>
          <p:cNvSpPr txBox="1"/>
          <p:nvPr/>
        </p:nvSpPr>
        <p:spPr>
          <a:xfrm>
            <a:off x="879140" y="618067"/>
            <a:ext cx="9989386" cy="584775"/>
          </a:xfrm>
          <a:prstGeom prst="rect">
            <a:avLst/>
          </a:prstGeom>
          <a:noFill/>
        </p:spPr>
        <p:txBody>
          <a:bodyPr wrap="square">
            <a:spAutoFit/>
          </a:bodyPr>
          <a:lstStyle/>
          <a:p>
            <a:pPr marL="285750" indent="-285750">
              <a:buFontTx/>
              <a:buChar char="-"/>
            </a:pPr>
            <a:r>
              <a:rPr lang="vi-VN" sz="1600" dirty="0"/>
              <a:t>Tính năng này cho phép phân phối lưu lượng truy cập mạng trên nhiều kết nối Internet (WAN) khác nhau, giúp cải thiện hiệu suất, độ tin cậy và khả năng chịu lỗi của hệ thống.</a:t>
            </a:r>
            <a:endParaRPr lang="en-US" sz="1600" dirty="0">
              <a:solidFill>
                <a:schemeClr val="tx2"/>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A539D276-57E1-313B-455D-6CA148BC1E5A}"/>
              </a:ext>
            </a:extLst>
          </p:cNvPr>
          <p:cNvPicPr>
            <a:picLocks noChangeAspect="1"/>
          </p:cNvPicPr>
          <p:nvPr/>
        </p:nvPicPr>
        <p:blipFill>
          <a:blip r:embed="rId3"/>
          <a:stretch>
            <a:fillRect/>
          </a:stretch>
        </p:blipFill>
        <p:spPr>
          <a:xfrm>
            <a:off x="879140" y="1452654"/>
            <a:ext cx="1831338" cy="3627046"/>
          </a:xfrm>
          <a:prstGeom prst="rect">
            <a:avLst/>
          </a:prstGeom>
          <a:ln>
            <a:solidFill>
              <a:schemeClr val="accent1"/>
            </a:solidFill>
          </a:ln>
        </p:spPr>
      </p:pic>
      <p:pic>
        <p:nvPicPr>
          <p:cNvPr id="7" name="Picture 6">
            <a:extLst>
              <a:ext uri="{FF2B5EF4-FFF2-40B4-BE49-F238E27FC236}">
                <a16:creationId xmlns:a16="http://schemas.microsoft.com/office/drawing/2014/main" id="{08F0B6A9-8BE0-0E4A-C3D5-96EF0D2A5A71}"/>
              </a:ext>
            </a:extLst>
          </p:cNvPr>
          <p:cNvPicPr>
            <a:picLocks noChangeAspect="1"/>
          </p:cNvPicPr>
          <p:nvPr/>
        </p:nvPicPr>
        <p:blipFill>
          <a:blip r:embed="rId4"/>
          <a:stretch>
            <a:fillRect/>
          </a:stretch>
        </p:blipFill>
        <p:spPr>
          <a:xfrm>
            <a:off x="3136231" y="1670826"/>
            <a:ext cx="8539240" cy="3190702"/>
          </a:xfrm>
          <a:prstGeom prst="rect">
            <a:avLst/>
          </a:prstGeom>
          <a:ln>
            <a:solidFill>
              <a:schemeClr val="accent1"/>
            </a:solidFill>
          </a:ln>
        </p:spPr>
      </p:pic>
    </p:spTree>
    <p:extLst>
      <p:ext uri="{BB962C8B-B14F-4D97-AF65-F5344CB8AC3E}">
        <p14:creationId xmlns:p14="http://schemas.microsoft.com/office/powerpoint/2010/main" val="3399610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988D5-FE98-70AB-3B57-564242FE01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956E43-CFF6-6A18-AB84-7E3175351947}"/>
              </a:ext>
            </a:extLst>
          </p:cNvPr>
          <p:cNvSpPr>
            <a:spLocks noGrp="1"/>
          </p:cNvSpPr>
          <p:nvPr>
            <p:ph type="title"/>
          </p:nvPr>
        </p:nvSpPr>
        <p:spPr>
          <a:xfrm>
            <a:off x="0" y="0"/>
            <a:ext cx="12192000" cy="618067"/>
          </a:xfrm>
        </p:spPr>
        <p:txBody>
          <a:bodyPr>
            <a:normAutofit/>
          </a:bodyPr>
          <a:lstStyle/>
          <a:p>
            <a:pPr algn="ctr"/>
            <a:r>
              <a:rPr lang="en-US" sz="3000" dirty="0">
                <a:solidFill>
                  <a:srgbClr val="0070C0"/>
                </a:solidFill>
              </a:rPr>
              <a:t>Khai </a:t>
            </a:r>
            <a:r>
              <a:rPr lang="en-US" sz="3000" dirty="0" err="1">
                <a:solidFill>
                  <a:srgbClr val="0070C0"/>
                </a:solidFill>
              </a:rPr>
              <a:t>báo</a:t>
            </a:r>
            <a:r>
              <a:rPr lang="en-US" sz="3000" dirty="0">
                <a:solidFill>
                  <a:srgbClr val="0070C0"/>
                </a:solidFill>
              </a:rPr>
              <a:t> Hot Backup</a:t>
            </a:r>
          </a:p>
        </p:txBody>
      </p:sp>
      <p:sp>
        <p:nvSpPr>
          <p:cNvPr id="3" name="TextBox 2">
            <a:extLst>
              <a:ext uri="{FF2B5EF4-FFF2-40B4-BE49-F238E27FC236}">
                <a16:creationId xmlns:a16="http://schemas.microsoft.com/office/drawing/2014/main" id="{DE91A810-0CA7-F57F-BEED-BD30EB73904B}"/>
              </a:ext>
            </a:extLst>
          </p:cNvPr>
          <p:cNvSpPr txBox="1"/>
          <p:nvPr/>
        </p:nvSpPr>
        <p:spPr>
          <a:xfrm>
            <a:off x="879140" y="618067"/>
            <a:ext cx="9989386" cy="584775"/>
          </a:xfrm>
          <a:prstGeom prst="rect">
            <a:avLst/>
          </a:prstGeom>
          <a:noFill/>
        </p:spPr>
        <p:txBody>
          <a:bodyPr wrap="square">
            <a:spAutoFit/>
          </a:bodyPr>
          <a:lstStyle/>
          <a:p>
            <a:pPr marL="285750" indent="-285750">
              <a:buFontTx/>
              <a:buChar char="-"/>
            </a:pPr>
            <a:r>
              <a:rPr lang="vi-VN" sz="1600" dirty="0">
                <a:latin typeface="Arial" panose="020B0604020202020204" pitchFamily="34" charset="0"/>
                <a:cs typeface="Arial" panose="020B0604020202020204" pitchFamily="34" charset="0"/>
              </a:rPr>
              <a:t>Tính năng này cho phép phân phối lưu lượng </a:t>
            </a:r>
            <a:r>
              <a:rPr lang="en-US" sz="1600" dirty="0">
                <a:latin typeface="Arial" panose="020B0604020202020204" pitchFamily="34" charset="0"/>
                <a:cs typeface="Arial" panose="020B0604020202020204" pitchFamily="34" charset="0"/>
              </a:rPr>
              <a:t>sang</a:t>
            </a:r>
            <a:r>
              <a:rPr lang="vi-VN" sz="1600" dirty="0">
                <a:latin typeface="Arial" panose="020B0604020202020204" pitchFamily="34" charset="0"/>
                <a:cs typeface="Arial" panose="020B0604020202020204" pitchFamily="34" charset="0"/>
              </a:rPr>
              <a:t> kết nối Internet (WAN) khác </a:t>
            </a:r>
            <a:r>
              <a:rPr lang="en-US" sz="1600" dirty="0" err="1">
                <a:latin typeface="Arial" panose="020B0604020202020204" pitchFamily="34" charset="0"/>
                <a:cs typeface="Arial" panose="020B0604020202020204" pitchFamily="34" charset="0"/>
              </a:rPr>
              <a:t>tự</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động</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khi</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một</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kết</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nối</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bị</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sự</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cố</a:t>
            </a:r>
            <a:r>
              <a:rPr lang="en-US" sz="1600" dirty="0">
                <a:latin typeface="Arial" panose="020B0604020202020204" pitchFamily="34" charset="0"/>
                <a:cs typeface="Arial" panose="020B0604020202020204" pitchFamily="34" charset="0"/>
              </a:rPr>
              <a:t>.</a:t>
            </a:r>
            <a:endParaRPr lang="en-US" sz="1600" dirty="0">
              <a:solidFill>
                <a:schemeClr val="tx2"/>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07BF0C79-3930-513A-E399-6E7FF379D3D6}"/>
              </a:ext>
            </a:extLst>
          </p:cNvPr>
          <p:cNvPicPr>
            <a:picLocks noChangeAspect="1"/>
          </p:cNvPicPr>
          <p:nvPr/>
        </p:nvPicPr>
        <p:blipFill>
          <a:blip r:embed="rId3"/>
          <a:srcRect b="18197"/>
          <a:stretch/>
        </p:blipFill>
        <p:spPr>
          <a:xfrm>
            <a:off x="1719000" y="1202842"/>
            <a:ext cx="8754000" cy="2654077"/>
          </a:xfrm>
          <a:prstGeom prst="rect">
            <a:avLst/>
          </a:prstGeom>
          <a:ln>
            <a:solidFill>
              <a:schemeClr val="accent1"/>
            </a:solidFill>
          </a:ln>
        </p:spPr>
      </p:pic>
      <p:pic>
        <p:nvPicPr>
          <p:cNvPr id="9" name="Picture 8">
            <a:extLst>
              <a:ext uri="{FF2B5EF4-FFF2-40B4-BE49-F238E27FC236}">
                <a16:creationId xmlns:a16="http://schemas.microsoft.com/office/drawing/2014/main" id="{483E76C2-6B8A-0069-C5A5-9E998FDBEA58}"/>
              </a:ext>
            </a:extLst>
          </p:cNvPr>
          <p:cNvPicPr>
            <a:picLocks noChangeAspect="1"/>
          </p:cNvPicPr>
          <p:nvPr/>
        </p:nvPicPr>
        <p:blipFill>
          <a:blip r:embed="rId4"/>
          <a:stretch>
            <a:fillRect/>
          </a:stretch>
        </p:blipFill>
        <p:spPr>
          <a:xfrm>
            <a:off x="3449052" y="4066501"/>
            <a:ext cx="5654157" cy="2261663"/>
          </a:xfrm>
          <a:prstGeom prst="rect">
            <a:avLst/>
          </a:prstGeom>
          <a:ln>
            <a:solidFill>
              <a:schemeClr val="accent1"/>
            </a:solidFill>
          </a:ln>
        </p:spPr>
      </p:pic>
    </p:spTree>
    <p:extLst>
      <p:ext uri="{BB962C8B-B14F-4D97-AF65-F5344CB8AC3E}">
        <p14:creationId xmlns:p14="http://schemas.microsoft.com/office/powerpoint/2010/main" val="2965596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D8024-941D-A268-C41E-6F1082D143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28341C-B577-3B71-AB50-91CD0E234923}"/>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Gán</a:t>
            </a:r>
            <a:r>
              <a:rPr lang="en-US" sz="3000" dirty="0">
                <a:solidFill>
                  <a:srgbClr val="0070C0"/>
                </a:solidFill>
              </a:rPr>
              <a:t> Gateway Group </a:t>
            </a:r>
            <a:r>
              <a:rPr lang="en-US" sz="3000" dirty="0" err="1">
                <a:solidFill>
                  <a:srgbClr val="0070C0"/>
                </a:solidFill>
              </a:rPr>
              <a:t>cho</a:t>
            </a:r>
            <a:r>
              <a:rPr lang="en-US" sz="3000" dirty="0">
                <a:solidFill>
                  <a:srgbClr val="0070C0"/>
                </a:solidFill>
              </a:rPr>
              <a:t> Rule</a:t>
            </a:r>
          </a:p>
        </p:txBody>
      </p:sp>
      <p:sp>
        <p:nvSpPr>
          <p:cNvPr id="3" name="TextBox 2">
            <a:extLst>
              <a:ext uri="{FF2B5EF4-FFF2-40B4-BE49-F238E27FC236}">
                <a16:creationId xmlns:a16="http://schemas.microsoft.com/office/drawing/2014/main" id="{BE3D0187-5D15-C893-5AD5-5606013AB7E5}"/>
              </a:ext>
            </a:extLst>
          </p:cNvPr>
          <p:cNvSpPr txBox="1"/>
          <p:nvPr/>
        </p:nvSpPr>
        <p:spPr>
          <a:xfrm>
            <a:off x="879140" y="618067"/>
            <a:ext cx="9989386" cy="338554"/>
          </a:xfrm>
          <a:prstGeom prst="rect">
            <a:avLst/>
          </a:prstGeom>
          <a:noFill/>
        </p:spPr>
        <p:txBody>
          <a:bodyPr wrap="square">
            <a:spAutoFit/>
          </a:bodyPr>
          <a:lstStyle/>
          <a:p>
            <a:pPr marL="285750" indent="-285750">
              <a:buFontTx/>
              <a:buChar char="-"/>
            </a:pPr>
            <a:r>
              <a:rPr lang="en-US" sz="1600" dirty="0" err="1">
                <a:latin typeface="Arial" panose="020B0604020202020204" pitchFamily="34" charset="0"/>
                <a:cs typeface="Arial" panose="020B0604020202020204" pitchFamily="34" charset="0"/>
              </a:rPr>
              <a:t>Gán</a:t>
            </a:r>
            <a:r>
              <a:rPr lang="en-US" sz="1600" dirty="0">
                <a:latin typeface="Arial" panose="020B0604020202020204" pitchFamily="34" charset="0"/>
                <a:cs typeface="Arial" panose="020B0604020202020204" pitchFamily="34" charset="0"/>
              </a:rPr>
              <a:t> Gateway Group </a:t>
            </a:r>
            <a:r>
              <a:rPr lang="en-US" sz="1600" dirty="0" err="1">
                <a:latin typeface="Arial" panose="020B0604020202020204" pitchFamily="34" charset="0"/>
                <a:cs typeface="Arial" panose="020B0604020202020204" pitchFamily="34" charset="0"/>
              </a:rPr>
              <a:t>vào</a:t>
            </a:r>
            <a:r>
              <a:rPr lang="en-US" sz="1600" dirty="0">
                <a:latin typeface="Arial" panose="020B0604020202020204" pitchFamily="34" charset="0"/>
                <a:cs typeface="Arial" panose="020B0604020202020204" pitchFamily="34" charset="0"/>
              </a:rPr>
              <a:t> Rule </a:t>
            </a:r>
            <a:r>
              <a:rPr lang="en-US" sz="1600" dirty="0" err="1">
                <a:latin typeface="Arial" panose="020B0604020202020204" pitchFamily="34" charset="0"/>
                <a:cs typeface="Arial" panose="020B0604020202020204" pitchFamily="34" charset="0"/>
              </a:rPr>
              <a:t>thông</a:t>
            </a:r>
            <a:r>
              <a:rPr lang="en-US" sz="1600" dirty="0">
                <a:latin typeface="Arial" panose="020B0604020202020204" pitchFamily="34" charset="0"/>
                <a:cs typeface="Arial" panose="020B0604020202020204" pitchFamily="34" charset="0"/>
              </a:rPr>
              <a:t> qua </a:t>
            </a:r>
            <a:r>
              <a:rPr lang="en-US" sz="1600" dirty="0" err="1">
                <a:latin typeface="Arial" panose="020B0604020202020204" pitchFamily="34" charset="0"/>
                <a:cs typeface="Arial" panose="020B0604020202020204" pitchFamily="34" charset="0"/>
              </a:rPr>
              <a:t>mục</a:t>
            </a:r>
            <a:r>
              <a:rPr lang="en-US" sz="1600" dirty="0">
                <a:latin typeface="Arial" panose="020B0604020202020204" pitchFamily="34" charset="0"/>
                <a:cs typeface="Arial" panose="020B0604020202020204" pitchFamily="34" charset="0"/>
              </a:rPr>
              <a:t> Advanced.</a:t>
            </a:r>
            <a:endParaRPr lang="en-US" sz="1600" dirty="0">
              <a:solidFill>
                <a:schemeClr val="tx2"/>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2B7ADD61-7D76-7E8A-94B8-1E0AA7A0111A}"/>
              </a:ext>
            </a:extLst>
          </p:cNvPr>
          <p:cNvPicPr>
            <a:picLocks noChangeAspect="1"/>
          </p:cNvPicPr>
          <p:nvPr/>
        </p:nvPicPr>
        <p:blipFill>
          <a:blip r:embed="rId3"/>
          <a:stretch>
            <a:fillRect/>
          </a:stretch>
        </p:blipFill>
        <p:spPr>
          <a:xfrm>
            <a:off x="2020801" y="1320355"/>
            <a:ext cx="7678774" cy="3660718"/>
          </a:xfrm>
          <a:prstGeom prst="rect">
            <a:avLst/>
          </a:prstGeom>
          <a:ln>
            <a:solidFill>
              <a:schemeClr val="accent1"/>
            </a:solidFill>
          </a:ln>
        </p:spPr>
      </p:pic>
    </p:spTree>
    <p:extLst>
      <p:ext uri="{BB962C8B-B14F-4D97-AF65-F5344CB8AC3E}">
        <p14:creationId xmlns:p14="http://schemas.microsoft.com/office/powerpoint/2010/main" val="3214754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CAE7A-95B5-C97C-C186-9F3700118B7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7B6BBA1-D609-47F2-0038-732B09C65D0F}"/>
              </a:ext>
            </a:extLst>
          </p:cNvPr>
          <p:cNvSpPr txBox="1"/>
          <p:nvPr/>
        </p:nvSpPr>
        <p:spPr>
          <a:xfrm>
            <a:off x="2244306" y="2001329"/>
            <a:ext cx="7703388" cy="1200329"/>
          </a:xfrm>
          <a:prstGeom prst="rect">
            <a:avLst/>
          </a:prstGeom>
          <a:noFill/>
        </p:spPr>
        <p:txBody>
          <a:bodyPr wrap="square" rtlCol="0">
            <a:spAutoFit/>
          </a:bodyPr>
          <a:lstStyle/>
          <a:p>
            <a:pPr algn="ctr"/>
            <a:r>
              <a:rPr lang="en-US" sz="2400" b="1" dirty="0">
                <a:solidFill>
                  <a:srgbClr val="0070C0"/>
                </a:solidFill>
              </a:rPr>
              <a:t>PHẦN 6</a:t>
            </a:r>
          </a:p>
          <a:p>
            <a:pPr algn="ctr"/>
            <a:r>
              <a:rPr lang="en-US" sz="2400" b="1" dirty="0">
                <a:solidFill>
                  <a:srgbClr val="0070C0"/>
                </a:solidFill>
              </a:rPr>
              <a:t>KHAI BÁO REMOTE ACCESS VPN </a:t>
            </a:r>
          </a:p>
          <a:p>
            <a:pPr algn="ctr"/>
            <a:r>
              <a:rPr lang="en-US" sz="2400" b="1" dirty="0">
                <a:solidFill>
                  <a:srgbClr val="0070C0"/>
                </a:solidFill>
              </a:rPr>
              <a:t>VỚI OPENVPN</a:t>
            </a:r>
          </a:p>
        </p:txBody>
      </p:sp>
    </p:spTree>
    <p:extLst>
      <p:ext uri="{BB962C8B-B14F-4D97-AF65-F5344CB8AC3E}">
        <p14:creationId xmlns:p14="http://schemas.microsoft.com/office/powerpoint/2010/main" val="1098631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4E993-F163-583D-23D1-9B02D680BA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9797FA-2806-1F50-5338-6021E7F773F2}"/>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Tổng</a:t>
            </a:r>
            <a:r>
              <a:rPr lang="en-US" sz="3000" dirty="0">
                <a:solidFill>
                  <a:srgbClr val="0070C0"/>
                </a:solidFill>
              </a:rPr>
              <a:t> </a:t>
            </a:r>
            <a:r>
              <a:rPr lang="en-US" sz="3000" dirty="0" err="1">
                <a:solidFill>
                  <a:srgbClr val="0070C0"/>
                </a:solidFill>
              </a:rPr>
              <a:t>quan</a:t>
            </a:r>
            <a:r>
              <a:rPr lang="en-US" sz="3000" dirty="0">
                <a:solidFill>
                  <a:srgbClr val="0070C0"/>
                </a:solidFill>
              </a:rPr>
              <a:t> </a:t>
            </a:r>
            <a:r>
              <a:rPr lang="en-US" sz="3000" dirty="0" err="1">
                <a:solidFill>
                  <a:srgbClr val="0070C0"/>
                </a:solidFill>
              </a:rPr>
              <a:t>về</a:t>
            </a:r>
            <a:r>
              <a:rPr lang="en-US" sz="3000" dirty="0">
                <a:solidFill>
                  <a:srgbClr val="0070C0"/>
                </a:solidFill>
              </a:rPr>
              <a:t> OpenVPN</a:t>
            </a:r>
          </a:p>
        </p:txBody>
      </p:sp>
      <p:sp>
        <p:nvSpPr>
          <p:cNvPr id="3" name="TextBox 2">
            <a:extLst>
              <a:ext uri="{FF2B5EF4-FFF2-40B4-BE49-F238E27FC236}">
                <a16:creationId xmlns:a16="http://schemas.microsoft.com/office/drawing/2014/main" id="{79EA75F8-990B-915E-3660-B38FD0740D68}"/>
              </a:ext>
            </a:extLst>
          </p:cNvPr>
          <p:cNvSpPr txBox="1"/>
          <p:nvPr/>
        </p:nvSpPr>
        <p:spPr>
          <a:xfrm>
            <a:off x="879140" y="618067"/>
            <a:ext cx="9989386" cy="1077218"/>
          </a:xfrm>
          <a:prstGeom prst="rect">
            <a:avLst/>
          </a:prstGeom>
          <a:noFill/>
        </p:spPr>
        <p:txBody>
          <a:bodyPr wrap="square">
            <a:spAutoFit/>
          </a:bodyPr>
          <a:lstStyle/>
          <a:p>
            <a:pPr marL="285750" indent="-285750">
              <a:buFontTx/>
              <a:buChar char="-"/>
            </a:pPr>
            <a:r>
              <a:rPr lang="vi-VN" sz="1600" dirty="0">
                <a:latin typeface="Arial" panose="020B0604020202020204" pitchFamily="34" charset="0"/>
                <a:cs typeface="Arial" panose="020B0604020202020204" pitchFamily="34" charset="0"/>
              </a:rPr>
              <a:t>OpenVPN là một giao thức VPN mã nguồn mở</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chạy</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độc</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lập</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trên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nền</a:t>
            </a:r>
            <a:r>
              <a:rPr lang="en-US" sz="1600" dirty="0">
                <a:latin typeface="Arial" panose="020B0604020202020204" pitchFamily="34" charset="0"/>
                <a:cs typeface="Arial" panose="020B0604020202020204" pitchFamily="34" charset="0"/>
              </a:rPr>
              <a:t> Linux</a:t>
            </a:r>
            <a:r>
              <a:rPr lang="vi-VN" sz="1600" dirty="0">
                <a:latin typeface="Arial" panose="020B0604020202020204" pitchFamily="34" charset="0"/>
                <a:cs typeface="Arial" panose="020B0604020202020204" pitchFamily="34" charset="0"/>
              </a:rPr>
              <a:t>. </a:t>
            </a:r>
            <a:endParaRPr lang="en-US" sz="1600" dirty="0">
              <a:latin typeface="Arial" panose="020B0604020202020204" pitchFamily="34" charset="0"/>
              <a:cs typeface="Arial" panose="020B0604020202020204" pitchFamily="34" charset="0"/>
            </a:endParaRPr>
          </a:p>
          <a:p>
            <a:pPr marL="285750" indent="-285750">
              <a:buFontTx/>
              <a:buChar char="-"/>
            </a:pPr>
            <a:r>
              <a:rPr lang="en-US" sz="1600" dirty="0">
                <a:latin typeface="Arial" panose="020B0604020202020204" pitchFamily="34" charset="0"/>
                <a:cs typeface="Arial" panose="020B0604020202020204" pitchFamily="34" charset="0"/>
              </a:rPr>
              <a:t>OpenVPN </a:t>
            </a:r>
            <a:r>
              <a:rPr lang="vi-VN" sz="1600" dirty="0">
                <a:latin typeface="Arial" panose="020B0604020202020204" pitchFamily="34" charset="0"/>
                <a:cs typeface="Arial" panose="020B0604020202020204" pitchFamily="34" charset="0"/>
              </a:rPr>
              <a:t>được tích hợp sẵn</a:t>
            </a:r>
            <a:r>
              <a:rPr lang="en-US" sz="1600" dirty="0">
                <a:latin typeface="Arial" panose="020B0604020202020204" pitchFamily="34" charset="0"/>
                <a:cs typeface="Arial" panose="020B0604020202020204" pitchFamily="34" charset="0"/>
              </a:rPr>
              <a:t> t</a:t>
            </a:r>
            <a:r>
              <a:rPr lang="vi-VN" sz="1600" dirty="0">
                <a:latin typeface="Arial" panose="020B0604020202020204" pitchFamily="34" charset="0"/>
                <a:cs typeface="Arial" panose="020B0604020202020204" pitchFamily="34" charset="0"/>
              </a:rPr>
              <a:t>rong pfSense</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mà</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không</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cần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phải</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cài</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đặt</a:t>
            </a:r>
            <a:r>
              <a:rPr lang="en-US" sz="1600" dirty="0">
                <a:latin typeface="Arial" panose="020B0604020202020204" pitchFamily="34" charset="0"/>
                <a:cs typeface="Arial" panose="020B0604020202020204" pitchFamily="34" charset="0"/>
              </a:rPr>
              <a:t> them </a:t>
            </a:r>
            <a:r>
              <a:rPr lang="en-US" sz="1600" dirty="0" err="1">
                <a:latin typeface="Arial" panose="020B0604020202020204" pitchFamily="34" charset="0"/>
                <a:cs typeface="Arial" panose="020B0604020202020204" pitchFamily="34" charset="0"/>
              </a:rPr>
              <a:t>và</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được</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sử</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dụng</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cho</a:t>
            </a:r>
            <a:r>
              <a:rPr lang="en-US" sz="1600" dirty="0">
                <a:latin typeface="Arial" panose="020B0604020202020204" pitchFamily="34" charset="0"/>
                <a:cs typeface="Arial" panose="020B0604020202020204" pitchFamily="34" charset="0"/>
              </a:rPr>
              <a:t> Remote VPN (Client to Site).</a:t>
            </a:r>
          </a:p>
          <a:p>
            <a:pPr marL="285750" indent="-285750">
              <a:buFontTx/>
              <a:buChar char="-"/>
            </a:pPr>
            <a:r>
              <a:rPr lang="en-US" sz="1600" dirty="0">
                <a:latin typeface="Arial" panose="020B0604020202020204" pitchFamily="34" charset="0"/>
                <a:cs typeface="Arial" panose="020B0604020202020204" pitchFamily="34" charset="0"/>
              </a:rPr>
              <a:t>OpenVPN Client </a:t>
            </a:r>
            <a:r>
              <a:rPr lang="en-US" sz="1600" dirty="0" err="1">
                <a:latin typeface="Arial" panose="020B0604020202020204" pitchFamily="34" charset="0"/>
                <a:cs typeface="Arial" panose="020B0604020202020204" pitchFamily="34" charset="0"/>
              </a:rPr>
              <a:t>có</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thể</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được</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cài</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trên</a:t>
            </a:r>
            <a:r>
              <a:rPr lang="en-US" sz="1600" dirty="0">
                <a:latin typeface="Arial" panose="020B0604020202020204" pitchFamily="34" charset="0"/>
                <a:cs typeface="Arial" panose="020B0604020202020204" pitchFamily="34" charset="0"/>
              </a:rPr>
              <a:t> Windows, MAC, Linux, Android, IOS.</a:t>
            </a:r>
            <a:endParaRPr lang="en-US" sz="1600" dirty="0">
              <a:solidFill>
                <a:schemeClr val="tx2"/>
              </a:solidFill>
              <a:latin typeface="Arial" panose="020B0604020202020204" pitchFamily="34" charset="0"/>
              <a:cs typeface="Arial" panose="020B0604020202020204" pitchFamily="34" charset="0"/>
            </a:endParaRPr>
          </a:p>
        </p:txBody>
      </p:sp>
      <p:pic>
        <p:nvPicPr>
          <p:cNvPr id="1026" name="Picture 2">
            <a:extLst>
              <a:ext uri="{FF2B5EF4-FFF2-40B4-BE49-F238E27FC236}">
                <a16:creationId xmlns:a16="http://schemas.microsoft.com/office/drawing/2014/main" id="{A1EFC15E-FA16-01B9-C37A-87525A7286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8788" y="2038350"/>
            <a:ext cx="8734425" cy="2781300"/>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9975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64887-57FB-1E04-1F3E-85B53C0623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07E079-837A-3FE4-BF4B-854ACBD6B94F}"/>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Sơ</a:t>
            </a:r>
            <a:r>
              <a:rPr lang="en-US" sz="3000" dirty="0">
                <a:solidFill>
                  <a:srgbClr val="0070C0"/>
                </a:solidFill>
              </a:rPr>
              <a:t> </a:t>
            </a:r>
            <a:r>
              <a:rPr lang="en-US" sz="3000" dirty="0" err="1">
                <a:solidFill>
                  <a:srgbClr val="0070C0"/>
                </a:solidFill>
              </a:rPr>
              <a:t>đồ</a:t>
            </a:r>
            <a:r>
              <a:rPr lang="en-US" sz="3000" dirty="0">
                <a:solidFill>
                  <a:srgbClr val="0070C0"/>
                </a:solidFill>
              </a:rPr>
              <a:t> LAB</a:t>
            </a:r>
          </a:p>
        </p:txBody>
      </p:sp>
      <p:sp>
        <p:nvSpPr>
          <p:cNvPr id="3" name="TextBox 2">
            <a:extLst>
              <a:ext uri="{FF2B5EF4-FFF2-40B4-BE49-F238E27FC236}">
                <a16:creationId xmlns:a16="http://schemas.microsoft.com/office/drawing/2014/main" id="{94A97F0C-066A-83E3-C16E-FA4373942629}"/>
              </a:ext>
            </a:extLst>
          </p:cNvPr>
          <p:cNvSpPr txBox="1"/>
          <p:nvPr/>
        </p:nvSpPr>
        <p:spPr>
          <a:xfrm>
            <a:off x="879140" y="618067"/>
            <a:ext cx="9989386" cy="1077218"/>
          </a:xfrm>
          <a:prstGeom prst="rect">
            <a:avLst/>
          </a:prstGeom>
          <a:noFill/>
        </p:spPr>
        <p:txBody>
          <a:bodyPr wrap="square">
            <a:spAutoFit/>
          </a:bodyPr>
          <a:lstStyle/>
          <a:p>
            <a:pPr marL="285750" indent="-285750">
              <a:buFontTx/>
              <a:buChar char="-"/>
            </a:pPr>
            <a:r>
              <a:rPr lang="en-US" sz="1600" dirty="0" err="1">
                <a:latin typeface="Arial" panose="020B0604020202020204" pitchFamily="34" charset="0"/>
                <a:cs typeface="Arial" panose="020B0604020202020204" pitchFamily="34" charset="0"/>
              </a:rPr>
              <a:t>pfSense</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được</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cài</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trên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máy</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ảo</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có</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thể</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thêm</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một</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máy</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ảo</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làm</a:t>
            </a:r>
            <a:r>
              <a:rPr lang="en-US" sz="1600" dirty="0">
                <a:latin typeface="Arial" panose="020B0604020202020204" pitchFamily="34" charset="0"/>
                <a:cs typeface="Arial" panose="020B0604020202020204" pitchFamily="34" charset="0"/>
              </a:rPr>
              <a:t> Web Server </a:t>
            </a:r>
            <a:r>
              <a:rPr lang="en-US" sz="1600" dirty="0" err="1">
                <a:latin typeface="Arial" panose="020B0604020202020204" pitchFamily="34" charset="0"/>
                <a:cs typeface="Arial" panose="020B0604020202020204" pitchFamily="34" charset="0"/>
              </a:rPr>
              <a:t>để</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kiểm</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tra</a:t>
            </a:r>
            <a:endParaRPr lang="en-US" sz="1600" dirty="0">
              <a:latin typeface="Arial" panose="020B0604020202020204" pitchFamily="34" charset="0"/>
              <a:cs typeface="Arial" panose="020B0604020202020204" pitchFamily="34" charset="0"/>
            </a:endParaRPr>
          </a:p>
          <a:p>
            <a:pPr marL="285750" indent="-285750">
              <a:buFontTx/>
              <a:buChar char="-"/>
            </a:pPr>
            <a:r>
              <a:rPr lang="en-US" sz="1600" dirty="0">
                <a:latin typeface="Arial" panose="020B0604020202020204" pitchFamily="34" charset="0"/>
                <a:cs typeface="Arial" panose="020B0604020202020204" pitchFamily="34" charset="0"/>
              </a:rPr>
              <a:t>OpenVPN Client </a:t>
            </a:r>
            <a:r>
              <a:rPr lang="en-US" sz="1600" dirty="0" err="1">
                <a:latin typeface="Arial" panose="020B0604020202020204" pitchFamily="34" charset="0"/>
                <a:cs typeface="Arial" panose="020B0604020202020204" pitchFamily="34" charset="0"/>
              </a:rPr>
              <a:t>có</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thể</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được</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cài</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trên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máy</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vật</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lý</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để</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kết</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nối</a:t>
            </a:r>
            <a:r>
              <a:rPr lang="en-US" sz="1600" dirty="0">
                <a:latin typeface="Arial" panose="020B0604020202020204" pitchFamily="34" charset="0"/>
                <a:cs typeface="Arial" panose="020B0604020202020204" pitchFamily="34" charset="0"/>
              </a:rPr>
              <a:t> VPN</a:t>
            </a:r>
          </a:p>
          <a:p>
            <a:pPr marL="285750" indent="-285750">
              <a:buFontTx/>
              <a:buChar char="-"/>
            </a:pPr>
            <a:r>
              <a:rPr lang="en-US" sz="1600" dirty="0" err="1">
                <a:solidFill>
                  <a:schemeClr val="tx2"/>
                </a:solidFill>
                <a:latin typeface="Arial" panose="020B0604020202020204" pitchFamily="34" charset="0"/>
                <a:cs typeface="Arial" panose="020B0604020202020204" pitchFamily="34" charset="0"/>
              </a:rPr>
              <a:t>Địa</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chỉ</a:t>
            </a:r>
            <a:r>
              <a:rPr lang="en-US" sz="1600" dirty="0">
                <a:solidFill>
                  <a:schemeClr val="tx2"/>
                </a:solidFill>
                <a:latin typeface="Arial" panose="020B0604020202020204" pitchFamily="34" charset="0"/>
                <a:cs typeface="Arial" panose="020B0604020202020204" pitchFamily="34" charset="0"/>
              </a:rPr>
              <a:t> LAN/WAN </a:t>
            </a:r>
            <a:r>
              <a:rPr lang="en-US" sz="1600" dirty="0" err="1">
                <a:solidFill>
                  <a:schemeClr val="tx2"/>
                </a:solidFill>
                <a:latin typeface="Arial" panose="020B0604020202020204" pitchFamily="34" charset="0"/>
                <a:cs typeface="Arial" panose="020B0604020202020204" pitchFamily="34" charset="0"/>
              </a:rPr>
              <a:t>theo</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thực</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tế</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của</a:t>
            </a:r>
            <a:r>
              <a:rPr lang="en-US" sz="1600" dirty="0">
                <a:solidFill>
                  <a:schemeClr val="tx2"/>
                </a:solidFill>
                <a:latin typeface="Arial" panose="020B0604020202020204" pitchFamily="34" charset="0"/>
                <a:cs typeface="Arial" panose="020B0604020202020204" pitchFamily="34" charset="0"/>
              </a:rPr>
              <a:t> VMWare</a:t>
            </a:r>
          </a:p>
          <a:p>
            <a:pPr marL="285750" indent="-285750">
              <a:buFontTx/>
              <a:buChar char="-"/>
            </a:pPr>
            <a:r>
              <a:rPr lang="en-US" sz="1600" dirty="0">
                <a:solidFill>
                  <a:schemeClr val="tx2"/>
                </a:solidFill>
                <a:latin typeface="Arial" panose="020B0604020202020204" pitchFamily="34" charset="0"/>
                <a:cs typeface="Arial" panose="020B0604020202020204" pitchFamily="34" charset="0"/>
              </a:rPr>
              <a:t>IP Pool </a:t>
            </a:r>
            <a:r>
              <a:rPr lang="en-US" sz="1600" dirty="0" err="1">
                <a:solidFill>
                  <a:schemeClr val="tx2"/>
                </a:solidFill>
                <a:latin typeface="Arial" panose="020B0604020202020204" pitchFamily="34" charset="0"/>
                <a:cs typeface="Arial" panose="020B0604020202020204" pitchFamily="34" charset="0"/>
              </a:rPr>
              <a:t>cấp</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phát</a:t>
            </a:r>
            <a:r>
              <a:rPr lang="en-US" sz="1600" dirty="0">
                <a:solidFill>
                  <a:schemeClr val="tx2"/>
                </a:solidFill>
                <a:latin typeface="Arial" panose="020B0604020202020204" pitchFamily="34" charset="0"/>
                <a:cs typeface="Arial" panose="020B0604020202020204" pitchFamily="34" charset="0"/>
              </a:rPr>
              <a:t> </a:t>
            </a:r>
            <a:r>
              <a:rPr lang="en-US" sz="1600" dirty="0" err="1">
                <a:solidFill>
                  <a:schemeClr val="tx2"/>
                </a:solidFill>
                <a:latin typeface="Arial" panose="020B0604020202020204" pitchFamily="34" charset="0"/>
                <a:cs typeface="Arial" panose="020B0604020202020204" pitchFamily="34" charset="0"/>
              </a:rPr>
              <a:t>cho</a:t>
            </a:r>
            <a:r>
              <a:rPr lang="en-US" sz="1600" dirty="0">
                <a:solidFill>
                  <a:schemeClr val="tx2"/>
                </a:solidFill>
                <a:latin typeface="Arial" panose="020B0604020202020204" pitchFamily="34" charset="0"/>
                <a:cs typeface="Arial" panose="020B0604020202020204" pitchFamily="34" charset="0"/>
              </a:rPr>
              <a:t> VPN Client </a:t>
            </a:r>
            <a:r>
              <a:rPr lang="en-US" sz="1600" dirty="0" err="1">
                <a:solidFill>
                  <a:schemeClr val="tx2"/>
                </a:solidFill>
                <a:latin typeface="Arial" panose="020B0604020202020204" pitchFamily="34" charset="0"/>
                <a:cs typeface="Arial" panose="020B0604020202020204" pitchFamily="34" charset="0"/>
              </a:rPr>
              <a:t>là</a:t>
            </a:r>
            <a:r>
              <a:rPr lang="en-US" sz="1600" dirty="0">
                <a:solidFill>
                  <a:schemeClr val="tx2"/>
                </a:solidFill>
                <a:latin typeface="Arial" panose="020B0604020202020204" pitchFamily="34" charset="0"/>
                <a:cs typeface="Arial" panose="020B0604020202020204" pitchFamily="34" charset="0"/>
              </a:rPr>
              <a:t> 10.10.10.0/24</a:t>
            </a:r>
          </a:p>
        </p:txBody>
      </p:sp>
      <p:pic>
        <p:nvPicPr>
          <p:cNvPr id="6" name="Picture 5">
            <a:extLst>
              <a:ext uri="{FF2B5EF4-FFF2-40B4-BE49-F238E27FC236}">
                <a16:creationId xmlns:a16="http://schemas.microsoft.com/office/drawing/2014/main" id="{4E1B3C4C-8497-3259-B1DE-AF1AFF42EB87}"/>
              </a:ext>
            </a:extLst>
          </p:cNvPr>
          <p:cNvPicPr>
            <a:picLocks noChangeAspect="1"/>
          </p:cNvPicPr>
          <p:nvPr/>
        </p:nvPicPr>
        <p:blipFill>
          <a:blip r:embed="rId3"/>
          <a:stretch>
            <a:fillRect/>
          </a:stretch>
        </p:blipFill>
        <p:spPr>
          <a:xfrm>
            <a:off x="2837000" y="1695285"/>
            <a:ext cx="6073666" cy="3505504"/>
          </a:xfrm>
          <a:prstGeom prst="rect">
            <a:avLst/>
          </a:prstGeom>
        </p:spPr>
      </p:pic>
    </p:spTree>
    <p:extLst>
      <p:ext uri="{BB962C8B-B14F-4D97-AF65-F5344CB8AC3E}">
        <p14:creationId xmlns:p14="http://schemas.microsoft.com/office/powerpoint/2010/main" val="3992105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74D79-4651-5FAB-2AED-4F3F1E9460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1124AB-0577-18BA-F526-A1C9FAED6F7A}"/>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Trình</a:t>
            </a:r>
            <a:r>
              <a:rPr lang="en-US" sz="3000" dirty="0">
                <a:solidFill>
                  <a:srgbClr val="0070C0"/>
                </a:solidFill>
              </a:rPr>
              <a:t> </a:t>
            </a:r>
            <a:r>
              <a:rPr lang="en-US" sz="3000" dirty="0" err="1">
                <a:solidFill>
                  <a:srgbClr val="0070C0"/>
                </a:solidFill>
              </a:rPr>
              <a:t>tự</a:t>
            </a:r>
            <a:r>
              <a:rPr lang="en-US" sz="3000" dirty="0">
                <a:solidFill>
                  <a:srgbClr val="0070C0"/>
                </a:solidFill>
              </a:rPr>
              <a:t> </a:t>
            </a:r>
            <a:r>
              <a:rPr lang="en-US" sz="3000" dirty="0" err="1">
                <a:solidFill>
                  <a:srgbClr val="0070C0"/>
                </a:solidFill>
              </a:rPr>
              <a:t>thực</a:t>
            </a:r>
            <a:r>
              <a:rPr lang="en-US" sz="3000" dirty="0">
                <a:solidFill>
                  <a:srgbClr val="0070C0"/>
                </a:solidFill>
              </a:rPr>
              <a:t> </a:t>
            </a:r>
            <a:r>
              <a:rPr lang="en-US" sz="3000" dirty="0" err="1">
                <a:solidFill>
                  <a:srgbClr val="0070C0"/>
                </a:solidFill>
              </a:rPr>
              <a:t>hiện</a:t>
            </a:r>
            <a:endParaRPr lang="en-US" sz="3000" dirty="0">
              <a:solidFill>
                <a:srgbClr val="0070C0"/>
              </a:solidFill>
            </a:endParaRPr>
          </a:p>
        </p:txBody>
      </p:sp>
      <p:sp>
        <p:nvSpPr>
          <p:cNvPr id="3" name="TextBox 2">
            <a:extLst>
              <a:ext uri="{FF2B5EF4-FFF2-40B4-BE49-F238E27FC236}">
                <a16:creationId xmlns:a16="http://schemas.microsoft.com/office/drawing/2014/main" id="{589DB639-0EEB-8FC3-05DA-9AE3E66D1298}"/>
              </a:ext>
            </a:extLst>
          </p:cNvPr>
          <p:cNvSpPr txBox="1"/>
          <p:nvPr/>
        </p:nvSpPr>
        <p:spPr>
          <a:xfrm>
            <a:off x="879140" y="618067"/>
            <a:ext cx="9989386" cy="338554"/>
          </a:xfrm>
          <a:prstGeom prst="rect">
            <a:avLst/>
          </a:prstGeom>
          <a:noFill/>
        </p:spPr>
        <p:txBody>
          <a:bodyPr wrap="square">
            <a:spAutoFit/>
          </a:bodyPr>
          <a:lstStyle/>
          <a:p>
            <a:pPr marL="285750" indent="-285750">
              <a:buFontTx/>
              <a:buChar char="-"/>
            </a:pPr>
            <a:r>
              <a:rPr lang="en-US" sz="1600" dirty="0" err="1">
                <a:latin typeface="Arial" panose="020B0604020202020204" pitchFamily="34" charset="0"/>
                <a:cs typeface="Arial" panose="020B0604020202020204" pitchFamily="34" charset="0"/>
              </a:rPr>
              <a:t>Các</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bước</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thực</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hiện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theo</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trình</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tự</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bên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dưới</a:t>
            </a:r>
            <a:r>
              <a:rPr lang="en-US" sz="1600" dirty="0">
                <a:latin typeface="Arial" panose="020B0604020202020204" pitchFamily="34" charset="0"/>
                <a:cs typeface="Arial" panose="020B0604020202020204" pitchFamily="34" charset="0"/>
              </a:rPr>
              <a:t>.</a:t>
            </a:r>
            <a:endParaRPr lang="en-US" sz="1600" dirty="0">
              <a:solidFill>
                <a:schemeClr val="tx2"/>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6194F837-E7A1-540B-8CC0-75201E1D4A9B}"/>
              </a:ext>
            </a:extLst>
          </p:cNvPr>
          <p:cNvPicPr>
            <a:picLocks noChangeAspect="1"/>
          </p:cNvPicPr>
          <p:nvPr/>
        </p:nvPicPr>
        <p:blipFill>
          <a:blip r:embed="rId3"/>
          <a:stretch>
            <a:fillRect/>
          </a:stretch>
        </p:blipFill>
        <p:spPr>
          <a:xfrm>
            <a:off x="3985338" y="1236134"/>
            <a:ext cx="3402052" cy="4091534"/>
          </a:xfrm>
          <a:prstGeom prst="rect">
            <a:avLst/>
          </a:prstGeom>
        </p:spPr>
      </p:pic>
    </p:spTree>
    <p:extLst>
      <p:ext uri="{BB962C8B-B14F-4D97-AF65-F5344CB8AC3E}">
        <p14:creationId xmlns:p14="http://schemas.microsoft.com/office/powerpoint/2010/main" val="885889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0A828-44B8-E6C7-64D7-4F225541A7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6D22C1-D0F0-73F6-E747-3AE92BF9C72E}"/>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Tạo</a:t>
            </a:r>
            <a:r>
              <a:rPr lang="en-US" sz="3000" dirty="0">
                <a:solidFill>
                  <a:srgbClr val="0070C0"/>
                </a:solidFill>
              </a:rPr>
              <a:t> CA</a:t>
            </a:r>
          </a:p>
        </p:txBody>
      </p:sp>
      <p:sp>
        <p:nvSpPr>
          <p:cNvPr id="3" name="TextBox 2">
            <a:extLst>
              <a:ext uri="{FF2B5EF4-FFF2-40B4-BE49-F238E27FC236}">
                <a16:creationId xmlns:a16="http://schemas.microsoft.com/office/drawing/2014/main" id="{60FDBDFB-A404-8C8D-4F98-0F434DAF74AC}"/>
              </a:ext>
            </a:extLst>
          </p:cNvPr>
          <p:cNvSpPr txBox="1"/>
          <p:nvPr/>
        </p:nvSpPr>
        <p:spPr>
          <a:xfrm>
            <a:off x="420992" y="618067"/>
            <a:ext cx="3700881" cy="584775"/>
          </a:xfrm>
          <a:prstGeom prst="rect">
            <a:avLst/>
          </a:prstGeom>
          <a:noFill/>
        </p:spPr>
        <p:txBody>
          <a:bodyPr wrap="square">
            <a:spAutoFit/>
          </a:bodyPr>
          <a:lstStyle/>
          <a:p>
            <a:pPr marL="285750" indent="-285750">
              <a:buFontTx/>
              <a:buChar char="-"/>
            </a:pPr>
            <a:r>
              <a:rPr lang="en-US" sz="1600" dirty="0" err="1">
                <a:latin typeface="Arial" panose="020B0604020202020204" pitchFamily="34" charset="0"/>
                <a:cs typeface="Arial" panose="020B0604020202020204" pitchFamily="34" charset="0"/>
              </a:rPr>
              <a:t>pfSense</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cho</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phép</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tạo</a:t>
            </a:r>
            <a:r>
              <a:rPr lang="en-US" sz="1600" dirty="0">
                <a:latin typeface="Arial" panose="020B0604020202020204" pitchFamily="34" charset="0"/>
                <a:cs typeface="Arial" panose="020B0604020202020204" pitchFamily="34" charset="0"/>
              </a:rPr>
              <a:t> CA </a:t>
            </a:r>
            <a:r>
              <a:rPr lang="en-US" sz="1600" dirty="0" err="1">
                <a:latin typeface="Arial" panose="020B0604020202020204" pitchFamily="34" charset="0"/>
                <a:cs typeface="Arial" panose="020B0604020202020204" pitchFamily="34" charset="0"/>
              </a:rPr>
              <a:t>dùng</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nội</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bộ</a:t>
            </a:r>
            <a:r>
              <a:rPr lang="en-US" sz="1600" dirty="0">
                <a:latin typeface="Arial" panose="020B0604020202020204" pitchFamily="34" charset="0"/>
                <a:cs typeface="Arial" panose="020B0604020202020204" pitchFamily="34" charset="0"/>
              </a:rPr>
              <a:t> (Self-signed)</a:t>
            </a:r>
            <a:endParaRPr lang="en-US" sz="1600" dirty="0">
              <a:solidFill>
                <a:schemeClr val="tx2"/>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AD4D83CC-C2D6-500D-A20B-32F806C9FE45}"/>
              </a:ext>
            </a:extLst>
          </p:cNvPr>
          <p:cNvPicPr>
            <a:picLocks noChangeAspect="1"/>
          </p:cNvPicPr>
          <p:nvPr/>
        </p:nvPicPr>
        <p:blipFill>
          <a:blip r:embed="rId3"/>
          <a:stretch>
            <a:fillRect/>
          </a:stretch>
        </p:blipFill>
        <p:spPr>
          <a:xfrm>
            <a:off x="1267327" y="1684959"/>
            <a:ext cx="1691787" cy="3726503"/>
          </a:xfrm>
          <a:prstGeom prst="rect">
            <a:avLst/>
          </a:prstGeom>
          <a:ln>
            <a:solidFill>
              <a:schemeClr val="accent1"/>
            </a:solidFill>
          </a:ln>
        </p:spPr>
      </p:pic>
      <p:pic>
        <p:nvPicPr>
          <p:cNvPr id="5" name="Picture 4">
            <a:extLst>
              <a:ext uri="{FF2B5EF4-FFF2-40B4-BE49-F238E27FC236}">
                <a16:creationId xmlns:a16="http://schemas.microsoft.com/office/drawing/2014/main" id="{C9160DF5-37D6-B5FB-1271-86B5D5A716D3}"/>
              </a:ext>
            </a:extLst>
          </p:cNvPr>
          <p:cNvPicPr>
            <a:picLocks noChangeAspect="1"/>
          </p:cNvPicPr>
          <p:nvPr/>
        </p:nvPicPr>
        <p:blipFill>
          <a:blip r:embed="rId4"/>
          <a:stretch>
            <a:fillRect/>
          </a:stretch>
        </p:blipFill>
        <p:spPr>
          <a:xfrm>
            <a:off x="4029855" y="859856"/>
            <a:ext cx="3784943" cy="5380077"/>
          </a:xfrm>
          <a:prstGeom prst="rect">
            <a:avLst/>
          </a:prstGeom>
          <a:ln>
            <a:solidFill>
              <a:schemeClr val="accent1"/>
            </a:solidFill>
          </a:ln>
        </p:spPr>
      </p:pic>
      <p:pic>
        <p:nvPicPr>
          <p:cNvPr id="9" name="Picture 8">
            <a:extLst>
              <a:ext uri="{FF2B5EF4-FFF2-40B4-BE49-F238E27FC236}">
                <a16:creationId xmlns:a16="http://schemas.microsoft.com/office/drawing/2014/main" id="{3CAD31DE-CAB1-A5E4-2665-AABF8374737C}"/>
              </a:ext>
            </a:extLst>
          </p:cNvPr>
          <p:cNvPicPr>
            <a:picLocks noChangeAspect="1"/>
          </p:cNvPicPr>
          <p:nvPr/>
        </p:nvPicPr>
        <p:blipFill>
          <a:blip r:embed="rId5"/>
          <a:stretch>
            <a:fillRect/>
          </a:stretch>
        </p:blipFill>
        <p:spPr>
          <a:xfrm>
            <a:off x="8347548" y="1580146"/>
            <a:ext cx="3340515" cy="3265371"/>
          </a:xfrm>
          <a:prstGeom prst="rect">
            <a:avLst/>
          </a:prstGeom>
          <a:ln>
            <a:solidFill>
              <a:schemeClr val="accent1"/>
            </a:solidFill>
          </a:ln>
        </p:spPr>
      </p:pic>
    </p:spTree>
    <p:extLst>
      <p:ext uri="{BB962C8B-B14F-4D97-AF65-F5344CB8AC3E}">
        <p14:creationId xmlns:p14="http://schemas.microsoft.com/office/powerpoint/2010/main" val="1943308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B83AC-0858-CEC9-FC2E-C432F19357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A8202F-0159-7122-6905-855E22F87D4A}"/>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Tạo</a:t>
            </a:r>
            <a:r>
              <a:rPr lang="en-US" sz="3000" dirty="0">
                <a:solidFill>
                  <a:srgbClr val="0070C0"/>
                </a:solidFill>
              </a:rPr>
              <a:t> </a:t>
            </a:r>
            <a:r>
              <a:rPr lang="en-US" sz="3000">
                <a:solidFill>
                  <a:srgbClr val="0070C0"/>
                </a:solidFill>
              </a:rPr>
              <a:t>Server Certificate</a:t>
            </a:r>
            <a:endParaRPr lang="en-US" sz="3000" dirty="0">
              <a:solidFill>
                <a:srgbClr val="0070C0"/>
              </a:solidFill>
            </a:endParaRPr>
          </a:p>
        </p:txBody>
      </p:sp>
      <p:sp>
        <p:nvSpPr>
          <p:cNvPr id="3" name="TextBox 2">
            <a:extLst>
              <a:ext uri="{FF2B5EF4-FFF2-40B4-BE49-F238E27FC236}">
                <a16:creationId xmlns:a16="http://schemas.microsoft.com/office/drawing/2014/main" id="{D0D9E55A-6430-9F9E-2E93-AE7BB43C7308}"/>
              </a:ext>
            </a:extLst>
          </p:cNvPr>
          <p:cNvSpPr txBox="1"/>
          <p:nvPr/>
        </p:nvSpPr>
        <p:spPr>
          <a:xfrm>
            <a:off x="790909" y="618067"/>
            <a:ext cx="4936123" cy="338554"/>
          </a:xfrm>
          <a:prstGeom prst="rect">
            <a:avLst/>
          </a:prstGeom>
          <a:noFill/>
        </p:spPr>
        <p:txBody>
          <a:bodyPr wrap="square">
            <a:spAutoFit/>
          </a:bodyPr>
          <a:lstStyle/>
          <a:p>
            <a:pPr marL="285750" indent="-285750">
              <a:buFontTx/>
              <a:buChar char="-"/>
            </a:pPr>
            <a:r>
              <a:rPr lang="en-US" sz="1600" dirty="0" err="1">
                <a:latin typeface="Arial" panose="020B0604020202020204" pitchFamily="34" charset="0"/>
                <a:cs typeface="Arial" panose="020B0604020202020204" pitchFamily="34" charset="0"/>
              </a:rPr>
              <a:t>Tạo</a:t>
            </a:r>
            <a:r>
              <a:rPr lang="en-US" sz="1600" dirty="0">
                <a:latin typeface="Arial" panose="020B0604020202020204" pitchFamily="34" charset="0"/>
                <a:cs typeface="Arial" panose="020B0604020202020204" pitchFamily="34" charset="0"/>
              </a:rPr>
              <a:t> Server Certificate </a:t>
            </a:r>
            <a:r>
              <a:rPr lang="en-US" sz="1600" dirty="0" err="1">
                <a:latin typeface="Arial" panose="020B0604020202020204" pitchFamily="34" charset="0"/>
                <a:cs typeface="Arial" panose="020B0604020202020204" pitchFamily="34" charset="0"/>
              </a:rPr>
              <a:t>để</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xác</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thực</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với</a:t>
            </a:r>
            <a:r>
              <a:rPr lang="en-US" sz="1600" dirty="0">
                <a:latin typeface="Arial" panose="020B0604020202020204" pitchFamily="34" charset="0"/>
                <a:cs typeface="Arial" panose="020B0604020202020204" pitchFamily="34" charset="0"/>
              </a:rPr>
              <a:t> Client</a:t>
            </a:r>
            <a:endParaRPr lang="en-US" sz="1600" dirty="0">
              <a:solidFill>
                <a:schemeClr val="tx2"/>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A35E2AB9-E4F8-7A88-5E17-42BCF8B65C57}"/>
              </a:ext>
            </a:extLst>
          </p:cNvPr>
          <p:cNvPicPr>
            <a:picLocks noChangeAspect="1"/>
          </p:cNvPicPr>
          <p:nvPr/>
        </p:nvPicPr>
        <p:blipFill>
          <a:blip r:embed="rId3"/>
          <a:stretch>
            <a:fillRect/>
          </a:stretch>
        </p:blipFill>
        <p:spPr>
          <a:xfrm>
            <a:off x="1111750" y="956621"/>
            <a:ext cx="4130398" cy="5776461"/>
          </a:xfrm>
          <a:prstGeom prst="rect">
            <a:avLst/>
          </a:prstGeom>
          <a:ln>
            <a:solidFill>
              <a:schemeClr val="accent1"/>
            </a:solidFill>
          </a:ln>
        </p:spPr>
      </p:pic>
      <p:pic>
        <p:nvPicPr>
          <p:cNvPr id="8" name="Picture 7">
            <a:extLst>
              <a:ext uri="{FF2B5EF4-FFF2-40B4-BE49-F238E27FC236}">
                <a16:creationId xmlns:a16="http://schemas.microsoft.com/office/drawing/2014/main" id="{39239332-D662-4FFE-A58D-5897AA03E6FE}"/>
              </a:ext>
            </a:extLst>
          </p:cNvPr>
          <p:cNvPicPr>
            <a:picLocks noChangeAspect="1"/>
          </p:cNvPicPr>
          <p:nvPr/>
        </p:nvPicPr>
        <p:blipFill>
          <a:blip r:embed="rId4"/>
          <a:stretch>
            <a:fillRect/>
          </a:stretch>
        </p:blipFill>
        <p:spPr>
          <a:xfrm>
            <a:off x="6023212" y="976672"/>
            <a:ext cx="4557155" cy="5410669"/>
          </a:xfrm>
          <a:prstGeom prst="rect">
            <a:avLst/>
          </a:prstGeom>
          <a:ln>
            <a:solidFill>
              <a:schemeClr val="accent1"/>
            </a:solidFill>
          </a:ln>
        </p:spPr>
      </p:pic>
    </p:spTree>
    <p:extLst>
      <p:ext uri="{BB962C8B-B14F-4D97-AF65-F5344CB8AC3E}">
        <p14:creationId xmlns:p14="http://schemas.microsoft.com/office/powerpoint/2010/main" val="3695791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F3F5E-6B1E-9CF3-1321-60F756C751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0C8D7A-3E8B-454D-F0B6-7AB2AE2BA5EC}"/>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Tạo</a:t>
            </a:r>
            <a:r>
              <a:rPr lang="en-US" sz="3000" dirty="0">
                <a:solidFill>
                  <a:srgbClr val="0070C0"/>
                </a:solidFill>
              </a:rPr>
              <a:t> User Certificate</a:t>
            </a:r>
          </a:p>
        </p:txBody>
      </p:sp>
      <p:sp>
        <p:nvSpPr>
          <p:cNvPr id="3" name="TextBox 2">
            <a:extLst>
              <a:ext uri="{FF2B5EF4-FFF2-40B4-BE49-F238E27FC236}">
                <a16:creationId xmlns:a16="http://schemas.microsoft.com/office/drawing/2014/main" id="{8B384785-FE17-2792-2BCD-B1A7FEB22F35}"/>
              </a:ext>
            </a:extLst>
          </p:cNvPr>
          <p:cNvSpPr txBox="1"/>
          <p:nvPr/>
        </p:nvSpPr>
        <p:spPr>
          <a:xfrm>
            <a:off x="879140" y="618067"/>
            <a:ext cx="4936123" cy="338554"/>
          </a:xfrm>
          <a:prstGeom prst="rect">
            <a:avLst/>
          </a:prstGeom>
          <a:noFill/>
        </p:spPr>
        <p:txBody>
          <a:bodyPr wrap="square">
            <a:spAutoFit/>
          </a:bodyPr>
          <a:lstStyle/>
          <a:p>
            <a:pPr marL="285750" indent="-285750">
              <a:buFontTx/>
              <a:buChar char="-"/>
            </a:pPr>
            <a:r>
              <a:rPr lang="en-US" sz="1600" dirty="0" err="1">
                <a:latin typeface="Arial" panose="020B0604020202020204" pitchFamily="34" charset="0"/>
                <a:cs typeface="Arial" panose="020B0604020202020204" pitchFamily="34" charset="0"/>
              </a:rPr>
              <a:t>Tạo</a:t>
            </a:r>
            <a:r>
              <a:rPr lang="en-US" sz="1600" dirty="0">
                <a:latin typeface="Arial" panose="020B0604020202020204" pitchFamily="34" charset="0"/>
                <a:cs typeface="Arial" panose="020B0604020202020204" pitchFamily="34" charset="0"/>
              </a:rPr>
              <a:t> User Certificate </a:t>
            </a:r>
            <a:r>
              <a:rPr lang="en-US" sz="1600" dirty="0" err="1">
                <a:latin typeface="Arial" panose="020B0604020202020204" pitchFamily="34" charset="0"/>
                <a:cs typeface="Arial" panose="020B0604020202020204" pitchFamily="34" charset="0"/>
              </a:rPr>
              <a:t>để</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xác</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thực</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với</a:t>
            </a:r>
            <a:r>
              <a:rPr lang="en-US" sz="1600" dirty="0">
                <a:latin typeface="Arial" panose="020B0604020202020204" pitchFamily="34" charset="0"/>
                <a:cs typeface="Arial" panose="020B0604020202020204" pitchFamily="34" charset="0"/>
              </a:rPr>
              <a:t> Server</a:t>
            </a:r>
            <a:endParaRPr lang="en-US" sz="1600" dirty="0">
              <a:solidFill>
                <a:schemeClr val="tx2"/>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A0D83E7E-2654-7B7E-52C7-B295BC0146CD}"/>
              </a:ext>
            </a:extLst>
          </p:cNvPr>
          <p:cNvPicPr>
            <a:picLocks noChangeAspect="1"/>
          </p:cNvPicPr>
          <p:nvPr/>
        </p:nvPicPr>
        <p:blipFill>
          <a:blip r:embed="rId3"/>
          <a:stretch>
            <a:fillRect/>
          </a:stretch>
        </p:blipFill>
        <p:spPr>
          <a:xfrm>
            <a:off x="2346581" y="956621"/>
            <a:ext cx="7498837" cy="958301"/>
          </a:xfrm>
          <a:prstGeom prst="rect">
            <a:avLst/>
          </a:prstGeom>
          <a:ln>
            <a:solidFill>
              <a:schemeClr val="accent1"/>
            </a:solidFill>
          </a:ln>
        </p:spPr>
      </p:pic>
      <p:pic>
        <p:nvPicPr>
          <p:cNvPr id="8" name="Picture 7">
            <a:extLst>
              <a:ext uri="{FF2B5EF4-FFF2-40B4-BE49-F238E27FC236}">
                <a16:creationId xmlns:a16="http://schemas.microsoft.com/office/drawing/2014/main" id="{872B8A83-31D0-2462-31DA-B90EE0410A3A}"/>
              </a:ext>
            </a:extLst>
          </p:cNvPr>
          <p:cNvPicPr>
            <a:picLocks noChangeAspect="1"/>
          </p:cNvPicPr>
          <p:nvPr/>
        </p:nvPicPr>
        <p:blipFill>
          <a:blip r:embed="rId4"/>
          <a:stretch>
            <a:fillRect/>
          </a:stretch>
        </p:blipFill>
        <p:spPr>
          <a:xfrm>
            <a:off x="3347201" y="2057828"/>
            <a:ext cx="4839119" cy="4450466"/>
          </a:xfrm>
          <a:prstGeom prst="rect">
            <a:avLst/>
          </a:prstGeom>
          <a:ln>
            <a:solidFill>
              <a:schemeClr val="accent1"/>
            </a:solidFill>
          </a:ln>
        </p:spPr>
      </p:pic>
    </p:spTree>
    <p:extLst>
      <p:ext uri="{BB962C8B-B14F-4D97-AF65-F5344CB8AC3E}">
        <p14:creationId xmlns:p14="http://schemas.microsoft.com/office/powerpoint/2010/main" val="273584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660C1-8F69-D9C9-25AD-7D888E166F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7BE657-0944-B6BA-0796-8829FDD53208}"/>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Cài</a:t>
            </a:r>
            <a:r>
              <a:rPr lang="en-US" sz="3000" dirty="0">
                <a:solidFill>
                  <a:srgbClr val="0070C0"/>
                </a:solidFill>
              </a:rPr>
              <a:t> </a:t>
            </a:r>
            <a:r>
              <a:rPr lang="en-US" sz="3000" dirty="0" err="1">
                <a:solidFill>
                  <a:srgbClr val="0070C0"/>
                </a:solidFill>
              </a:rPr>
              <a:t>đặt</a:t>
            </a:r>
            <a:r>
              <a:rPr lang="en-US" sz="3000" dirty="0">
                <a:solidFill>
                  <a:srgbClr val="0070C0"/>
                </a:solidFill>
              </a:rPr>
              <a:t> OpenVPN Client Export</a:t>
            </a:r>
          </a:p>
        </p:txBody>
      </p:sp>
      <p:sp>
        <p:nvSpPr>
          <p:cNvPr id="3" name="TextBox 2">
            <a:extLst>
              <a:ext uri="{FF2B5EF4-FFF2-40B4-BE49-F238E27FC236}">
                <a16:creationId xmlns:a16="http://schemas.microsoft.com/office/drawing/2014/main" id="{42E208D0-1847-1E06-F56C-BFC80EC8FBF6}"/>
              </a:ext>
            </a:extLst>
          </p:cNvPr>
          <p:cNvSpPr txBox="1"/>
          <p:nvPr/>
        </p:nvSpPr>
        <p:spPr>
          <a:xfrm>
            <a:off x="879140" y="618067"/>
            <a:ext cx="4936123" cy="338554"/>
          </a:xfrm>
          <a:prstGeom prst="rect">
            <a:avLst/>
          </a:prstGeom>
          <a:noFill/>
        </p:spPr>
        <p:txBody>
          <a:bodyPr wrap="square">
            <a:spAutoFit/>
          </a:bodyPr>
          <a:lstStyle/>
          <a:p>
            <a:pPr marL="285750" indent="-285750">
              <a:buFontTx/>
              <a:buChar char="-"/>
            </a:pPr>
            <a:r>
              <a:rPr lang="en-US" sz="1600" dirty="0" err="1">
                <a:latin typeface="Arial" panose="020B0604020202020204" pitchFamily="34" charset="0"/>
                <a:cs typeface="Arial" panose="020B0604020202020204" pitchFamily="34" charset="0"/>
              </a:rPr>
              <a:t>Cài</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đặt</a:t>
            </a:r>
            <a:r>
              <a:rPr lang="en-US" sz="1600" dirty="0">
                <a:latin typeface="Arial" panose="020B0604020202020204" pitchFamily="34" charset="0"/>
                <a:cs typeface="Arial" panose="020B0604020202020204" pitchFamily="34" charset="0"/>
              </a:rPr>
              <a:t> Package</a:t>
            </a:r>
            <a:endParaRPr lang="en-US" sz="1600" dirty="0">
              <a:solidFill>
                <a:schemeClr val="tx2"/>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C3531947-80EC-9F14-DDD0-D2CC51AB2021}"/>
              </a:ext>
            </a:extLst>
          </p:cNvPr>
          <p:cNvPicPr>
            <a:picLocks noChangeAspect="1"/>
          </p:cNvPicPr>
          <p:nvPr/>
        </p:nvPicPr>
        <p:blipFill>
          <a:blip r:embed="rId3"/>
          <a:stretch>
            <a:fillRect/>
          </a:stretch>
        </p:blipFill>
        <p:spPr>
          <a:xfrm>
            <a:off x="542256" y="956621"/>
            <a:ext cx="1744403" cy="3179111"/>
          </a:xfrm>
          <a:prstGeom prst="rect">
            <a:avLst/>
          </a:prstGeom>
          <a:ln>
            <a:solidFill>
              <a:schemeClr val="accent1"/>
            </a:solidFill>
          </a:ln>
        </p:spPr>
      </p:pic>
      <p:pic>
        <p:nvPicPr>
          <p:cNvPr id="9" name="Picture 8">
            <a:extLst>
              <a:ext uri="{FF2B5EF4-FFF2-40B4-BE49-F238E27FC236}">
                <a16:creationId xmlns:a16="http://schemas.microsoft.com/office/drawing/2014/main" id="{34CD7127-D66A-5C89-910F-49B701DF543B}"/>
              </a:ext>
            </a:extLst>
          </p:cNvPr>
          <p:cNvPicPr>
            <a:picLocks noChangeAspect="1"/>
          </p:cNvPicPr>
          <p:nvPr/>
        </p:nvPicPr>
        <p:blipFill>
          <a:blip r:embed="rId4"/>
          <a:stretch>
            <a:fillRect/>
          </a:stretch>
        </p:blipFill>
        <p:spPr>
          <a:xfrm>
            <a:off x="2872903" y="894887"/>
            <a:ext cx="8910289" cy="3179111"/>
          </a:xfrm>
          <a:prstGeom prst="rect">
            <a:avLst/>
          </a:prstGeom>
          <a:ln>
            <a:solidFill>
              <a:schemeClr val="accent1"/>
            </a:solidFill>
          </a:ln>
        </p:spPr>
      </p:pic>
      <p:pic>
        <p:nvPicPr>
          <p:cNvPr id="6" name="Picture 5">
            <a:extLst>
              <a:ext uri="{FF2B5EF4-FFF2-40B4-BE49-F238E27FC236}">
                <a16:creationId xmlns:a16="http://schemas.microsoft.com/office/drawing/2014/main" id="{4365CD53-71E9-8C37-029E-CC4AE84DA329}"/>
              </a:ext>
            </a:extLst>
          </p:cNvPr>
          <p:cNvPicPr>
            <a:picLocks noChangeAspect="1"/>
          </p:cNvPicPr>
          <p:nvPr/>
        </p:nvPicPr>
        <p:blipFill>
          <a:blip r:embed="rId5"/>
          <a:stretch>
            <a:fillRect/>
          </a:stretch>
        </p:blipFill>
        <p:spPr>
          <a:xfrm>
            <a:off x="5951621" y="2484442"/>
            <a:ext cx="4520198" cy="4241733"/>
          </a:xfrm>
          <a:prstGeom prst="rect">
            <a:avLst/>
          </a:prstGeom>
          <a:ln>
            <a:solidFill>
              <a:schemeClr val="accent1"/>
            </a:solidFill>
          </a:ln>
        </p:spPr>
      </p:pic>
    </p:spTree>
    <p:extLst>
      <p:ext uri="{BB962C8B-B14F-4D97-AF65-F5344CB8AC3E}">
        <p14:creationId xmlns:p14="http://schemas.microsoft.com/office/powerpoint/2010/main" val="3186977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C69B5-994F-CA1C-1B17-FE8A577B3F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1B7F6-71CB-BB06-CA4F-47717DA0B197}"/>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Cấu</a:t>
            </a:r>
            <a:r>
              <a:rPr lang="en-US" sz="3000" dirty="0">
                <a:solidFill>
                  <a:srgbClr val="0070C0"/>
                </a:solidFill>
              </a:rPr>
              <a:t> </a:t>
            </a:r>
            <a:r>
              <a:rPr lang="en-US" sz="3000" dirty="0" err="1">
                <a:solidFill>
                  <a:srgbClr val="0070C0"/>
                </a:solidFill>
              </a:rPr>
              <a:t>hình</a:t>
            </a:r>
            <a:r>
              <a:rPr lang="en-US" sz="3000" dirty="0">
                <a:solidFill>
                  <a:srgbClr val="0070C0"/>
                </a:solidFill>
              </a:rPr>
              <a:t> OpenVPN</a:t>
            </a:r>
          </a:p>
        </p:txBody>
      </p:sp>
      <p:sp>
        <p:nvSpPr>
          <p:cNvPr id="3" name="TextBox 2">
            <a:extLst>
              <a:ext uri="{FF2B5EF4-FFF2-40B4-BE49-F238E27FC236}">
                <a16:creationId xmlns:a16="http://schemas.microsoft.com/office/drawing/2014/main" id="{2FC0EC41-063C-71D7-F6B0-3FB62A3149A0}"/>
              </a:ext>
            </a:extLst>
          </p:cNvPr>
          <p:cNvSpPr txBox="1"/>
          <p:nvPr/>
        </p:nvSpPr>
        <p:spPr>
          <a:xfrm>
            <a:off x="879140" y="618067"/>
            <a:ext cx="4936123" cy="338554"/>
          </a:xfrm>
          <a:prstGeom prst="rect">
            <a:avLst/>
          </a:prstGeom>
          <a:noFill/>
        </p:spPr>
        <p:txBody>
          <a:bodyPr wrap="square">
            <a:spAutoFit/>
          </a:bodyPr>
          <a:lstStyle/>
          <a:p>
            <a:pPr marL="285750" indent="-285750">
              <a:buFontTx/>
              <a:buChar char="-"/>
            </a:pPr>
            <a:r>
              <a:rPr lang="en-US" sz="1600" dirty="0" err="1">
                <a:latin typeface="Arial" panose="020B0604020202020204" pitchFamily="34" charset="0"/>
                <a:cs typeface="Arial" panose="020B0604020202020204" pitchFamily="34" charset="0"/>
              </a:rPr>
              <a:t>Chúng</a:t>
            </a:r>
            <a:r>
              <a:rPr lang="en-US" sz="1600" dirty="0">
                <a:latin typeface="Arial" panose="020B0604020202020204" pitchFamily="34" charset="0"/>
                <a:cs typeface="Arial" panose="020B0604020202020204" pitchFamily="34" charset="0"/>
              </a:rPr>
              <a:t> ta </a:t>
            </a:r>
            <a:r>
              <a:rPr lang="en-US" sz="1600" dirty="0" err="1">
                <a:latin typeface="Arial" panose="020B0604020202020204" pitchFamily="34" charset="0"/>
                <a:cs typeface="Arial" panose="020B0604020202020204" pitchFamily="34" charset="0"/>
              </a:rPr>
              <a:t>sử</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dụng</a:t>
            </a:r>
            <a:r>
              <a:rPr lang="en-US" sz="1600" dirty="0">
                <a:latin typeface="Arial" panose="020B0604020202020204" pitchFamily="34" charset="0"/>
                <a:cs typeface="Arial" panose="020B0604020202020204" pitchFamily="34" charset="0"/>
              </a:rPr>
              <a:t> Wizard</a:t>
            </a:r>
            <a:endParaRPr lang="en-US" sz="1600" dirty="0">
              <a:solidFill>
                <a:schemeClr val="tx2"/>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77B2AE6A-5ECA-6B45-DDFD-C92CDCA57FCE}"/>
              </a:ext>
            </a:extLst>
          </p:cNvPr>
          <p:cNvPicPr>
            <a:picLocks noChangeAspect="1"/>
          </p:cNvPicPr>
          <p:nvPr/>
        </p:nvPicPr>
        <p:blipFill>
          <a:blip r:embed="rId3"/>
          <a:stretch>
            <a:fillRect/>
          </a:stretch>
        </p:blipFill>
        <p:spPr>
          <a:xfrm>
            <a:off x="434662" y="1148290"/>
            <a:ext cx="6563238" cy="2100236"/>
          </a:xfrm>
          <a:prstGeom prst="rect">
            <a:avLst/>
          </a:prstGeom>
          <a:ln>
            <a:solidFill>
              <a:schemeClr val="accent1"/>
            </a:solidFill>
          </a:ln>
        </p:spPr>
      </p:pic>
      <p:pic>
        <p:nvPicPr>
          <p:cNvPr id="10" name="Picture 9">
            <a:extLst>
              <a:ext uri="{FF2B5EF4-FFF2-40B4-BE49-F238E27FC236}">
                <a16:creationId xmlns:a16="http://schemas.microsoft.com/office/drawing/2014/main" id="{E0FF54D0-567F-74E3-E520-83823AD7B6C1}"/>
              </a:ext>
            </a:extLst>
          </p:cNvPr>
          <p:cNvPicPr>
            <a:picLocks noChangeAspect="1"/>
          </p:cNvPicPr>
          <p:nvPr/>
        </p:nvPicPr>
        <p:blipFill>
          <a:blip r:embed="rId4"/>
          <a:stretch>
            <a:fillRect/>
          </a:stretch>
        </p:blipFill>
        <p:spPr>
          <a:xfrm>
            <a:off x="7316689" y="545041"/>
            <a:ext cx="4086062" cy="2927238"/>
          </a:xfrm>
          <a:prstGeom prst="rect">
            <a:avLst/>
          </a:prstGeom>
          <a:ln>
            <a:solidFill>
              <a:schemeClr val="accent1"/>
            </a:solidFill>
          </a:ln>
        </p:spPr>
      </p:pic>
      <p:pic>
        <p:nvPicPr>
          <p:cNvPr id="12" name="Picture 11">
            <a:extLst>
              <a:ext uri="{FF2B5EF4-FFF2-40B4-BE49-F238E27FC236}">
                <a16:creationId xmlns:a16="http://schemas.microsoft.com/office/drawing/2014/main" id="{16159913-B669-4EDD-B612-F2092AC0A1E7}"/>
              </a:ext>
            </a:extLst>
          </p:cNvPr>
          <p:cNvPicPr>
            <a:picLocks noChangeAspect="1"/>
          </p:cNvPicPr>
          <p:nvPr/>
        </p:nvPicPr>
        <p:blipFill>
          <a:blip r:embed="rId5"/>
          <a:stretch>
            <a:fillRect/>
          </a:stretch>
        </p:blipFill>
        <p:spPr>
          <a:xfrm>
            <a:off x="669105" y="3670773"/>
            <a:ext cx="4358607" cy="2199358"/>
          </a:xfrm>
          <a:prstGeom prst="rect">
            <a:avLst/>
          </a:prstGeom>
          <a:ln>
            <a:solidFill>
              <a:schemeClr val="accent1"/>
            </a:solidFill>
          </a:ln>
        </p:spPr>
      </p:pic>
      <p:pic>
        <p:nvPicPr>
          <p:cNvPr id="14" name="Picture 13">
            <a:extLst>
              <a:ext uri="{FF2B5EF4-FFF2-40B4-BE49-F238E27FC236}">
                <a16:creationId xmlns:a16="http://schemas.microsoft.com/office/drawing/2014/main" id="{5754ECAB-2A56-D340-76B9-D7B4A932E257}"/>
              </a:ext>
            </a:extLst>
          </p:cNvPr>
          <p:cNvPicPr>
            <a:picLocks noChangeAspect="1"/>
          </p:cNvPicPr>
          <p:nvPr/>
        </p:nvPicPr>
        <p:blipFill>
          <a:blip r:embed="rId6"/>
          <a:stretch>
            <a:fillRect/>
          </a:stretch>
        </p:blipFill>
        <p:spPr>
          <a:xfrm>
            <a:off x="6096000" y="3663948"/>
            <a:ext cx="4823878" cy="2385267"/>
          </a:xfrm>
          <a:prstGeom prst="rect">
            <a:avLst/>
          </a:prstGeom>
          <a:ln>
            <a:solidFill>
              <a:schemeClr val="accent1"/>
            </a:solidFill>
          </a:ln>
        </p:spPr>
      </p:pic>
    </p:spTree>
    <p:extLst>
      <p:ext uri="{BB962C8B-B14F-4D97-AF65-F5344CB8AC3E}">
        <p14:creationId xmlns:p14="http://schemas.microsoft.com/office/powerpoint/2010/main" val="123117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AC691-AE19-A700-5A50-1ABEE72D18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4F8DB8-7E41-734A-3FFD-8D9B7356B232}"/>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Cấu</a:t>
            </a:r>
            <a:r>
              <a:rPr lang="en-US" sz="3000" dirty="0">
                <a:solidFill>
                  <a:srgbClr val="0070C0"/>
                </a:solidFill>
              </a:rPr>
              <a:t> </a:t>
            </a:r>
            <a:r>
              <a:rPr lang="en-US" sz="3000" dirty="0" err="1">
                <a:solidFill>
                  <a:srgbClr val="0070C0"/>
                </a:solidFill>
              </a:rPr>
              <a:t>hình</a:t>
            </a:r>
            <a:r>
              <a:rPr lang="en-US" sz="3000" dirty="0">
                <a:solidFill>
                  <a:srgbClr val="0070C0"/>
                </a:solidFill>
              </a:rPr>
              <a:t> OpenVPN (</a:t>
            </a:r>
            <a:r>
              <a:rPr lang="en-US" sz="3000" dirty="0" err="1">
                <a:solidFill>
                  <a:srgbClr val="0070C0"/>
                </a:solidFill>
              </a:rPr>
              <a:t>tt</a:t>
            </a:r>
            <a:r>
              <a:rPr lang="en-US" sz="3000" dirty="0">
                <a:solidFill>
                  <a:srgbClr val="0070C0"/>
                </a:solidFill>
              </a:rPr>
              <a:t>)</a:t>
            </a:r>
          </a:p>
        </p:txBody>
      </p:sp>
      <p:pic>
        <p:nvPicPr>
          <p:cNvPr id="5" name="Picture 4">
            <a:extLst>
              <a:ext uri="{FF2B5EF4-FFF2-40B4-BE49-F238E27FC236}">
                <a16:creationId xmlns:a16="http://schemas.microsoft.com/office/drawing/2014/main" id="{3EF38E1E-FD12-02E6-CE01-562B8EDAA8F2}"/>
              </a:ext>
            </a:extLst>
          </p:cNvPr>
          <p:cNvPicPr>
            <a:picLocks noChangeAspect="1"/>
          </p:cNvPicPr>
          <p:nvPr/>
        </p:nvPicPr>
        <p:blipFill>
          <a:blip r:embed="rId3"/>
          <a:stretch>
            <a:fillRect/>
          </a:stretch>
        </p:blipFill>
        <p:spPr>
          <a:xfrm>
            <a:off x="197719" y="1319710"/>
            <a:ext cx="3599040" cy="3557535"/>
          </a:xfrm>
          <a:prstGeom prst="rect">
            <a:avLst/>
          </a:prstGeom>
          <a:ln>
            <a:solidFill>
              <a:schemeClr val="accent1"/>
            </a:solidFill>
          </a:ln>
        </p:spPr>
      </p:pic>
      <p:pic>
        <p:nvPicPr>
          <p:cNvPr id="8" name="Picture 7">
            <a:extLst>
              <a:ext uri="{FF2B5EF4-FFF2-40B4-BE49-F238E27FC236}">
                <a16:creationId xmlns:a16="http://schemas.microsoft.com/office/drawing/2014/main" id="{22C57C79-9208-5DE2-03A4-B4C9B956FEE7}"/>
              </a:ext>
            </a:extLst>
          </p:cNvPr>
          <p:cNvPicPr>
            <a:picLocks noChangeAspect="1"/>
          </p:cNvPicPr>
          <p:nvPr/>
        </p:nvPicPr>
        <p:blipFill>
          <a:blip r:embed="rId4"/>
          <a:stretch>
            <a:fillRect/>
          </a:stretch>
        </p:blipFill>
        <p:spPr>
          <a:xfrm>
            <a:off x="3943161" y="618067"/>
            <a:ext cx="4100719" cy="5755395"/>
          </a:xfrm>
          <a:prstGeom prst="rect">
            <a:avLst/>
          </a:prstGeom>
          <a:ln>
            <a:solidFill>
              <a:schemeClr val="accent1"/>
            </a:solidFill>
          </a:ln>
        </p:spPr>
      </p:pic>
      <p:pic>
        <p:nvPicPr>
          <p:cNvPr id="11" name="Picture 10">
            <a:extLst>
              <a:ext uri="{FF2B5EF4-FFF2-40B4-BE49-F238E27FC236}">
                <a16:creationId xmlns:a16="http://schemas.microsoft.com/office/drawing/2014/main" id="{307DA568-4783-08D8-0A13-963879683EB8}"/>
              </a:ext>
            </a:extLst>
          </p:cNvPr>
          <p:cNvPicPr>
            <a:picLocks noChangeAspect="1"/>
          </p:cNvPicPr>
          <p:nvPr/>
        </p:nvPicPr>
        <p:blipFill>
          <a:blip r:embed="rId5"/>
          <a:stretch>
            <a:fillRect/>
          </a:stretch>
        </p:blipFill>
        <p:spPr>
          <a:xfrm>
            <a:off x="8401175" y="481710"/>
            <a:ext cx="3445400" cy="3344700"/>
          </a:xfrm>
          <a:prstGeom prst="rect">
            <a:avLst/>
          </a:prstGeom>
          <a:ln>
            <a:solidFill>
              <a:schemeClr val="accent1"/>
            </a:solidFill>
          </a:ln>
        </p:spPr>
      </p:pic>
      <p:pic>
        <p:nvPicPr>
          <p:cNvPr id="15" name="Picture 14">
            <a:extLst>
              <a:ext uri="{FF2B5EF4-FFF2-40B4-BE49-F238E27FC236}">
                <a16:creationId xmlns:a16="http://schemas.microsoft.com/office/drawing/2014/main" id="{383692F2-0753-6CFE-26AF-73D0C6553F15}"/>
              </a:ext>
            </a:extLst>
          </p:cNvPr>
          <p:cNvPicPr>
            <a:picLocks noChangeAspect="1"/>
          </p:cNvPicPr>
          <p:nvPr/>
        </p:nvPicPr>
        <p:blipFill>
          <a:blip r:embed="rId6"/>
          <a:stretch>
            <a:fillRect/>
          </a:stretch>
        </p:blipFill>
        <p:spPr>
          <a:xfrm>
            <a:off x="8401175" y="4032096"/>
            <a:ext cx="3593106" cy="2191795"/>
          </a:xfrm>
          <a:prstGeom prst="rect">
            <a:avLst/>
          </a:prstGeom>
          <a:ln>
            <a:solidFill>
              <a:schemeClr val="accent1"/>
            </a:solidFill>
          </a:ln>
        </p:spPr>
      </p:pic>
    </p:spTree>
    <p:extLst>
      <p:ext uri="{BB962C8B-B14F-4D97-AF65-F5344CB8AC3E}">
        <p14:creationId xmlns:p14="http://schemas.microsoft.com/office/powerpoint/2010/main" val="1041791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4A1F2-7BFC-EDB9-7C49-C7BCEF5E5A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055AC4-1611-9BEF-D3E8-326738B5C860}"/>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Kết</a:t>
            </a:r>
            <a:r>
              <a:rPr lang="en-US" sz="3000" dirty="0">
                <a:solidFill>
                  <a:srgbClr val="0070C0"/>
                </a:solidFill>
              </a:rPr>
              <a:t> </a:t>
            </a:r>
            <a:r>
              <a:rPr lang="en-US" sz="3000" dirty="0" err="1">
                <a:solidFill>
                  <a:srgbClr val="0070C0"/>
                </a:solidFill>
              </a:rPr>
              <a:t>quả</a:t>
            </a:r>
            <a:r>
              <a:rPr lang="en-US" sz="3000" dirty="0">
                <a:solidFill>
                  <a:srgbClr val="0070C0"/>
                </a:solidFill>
              </a:rPr>
              <a:t> </a:t>
            </a:r>
            <a:r>
              <a:rPr lang="en-US" sz="3000" dirty="0" err="1">
                <a:solidFill>
                  <a:srgbClr val="0070C0"/>
                </a:solidFill>
              </a:rPr>
              <a:t>sau</a:t>
            </a:r>
            <a:r>
              <a:rPr lang="en-US" sz="3000" dirty="0">
                <a:solidFill>
                  <a:srgbClr val="0070C0"/>
                </a:solidFill>
              </a:rPr>
              <a:t> </a:t>
            </a:r>
            <a:r>
              <a:rPr lang="en-US" sz="3000" dirty="0" err="1">
                <a:solidFill>
                  <a:srgbClr val="0070C0"/>
                </a:solidFill>
              </a:rPr>
              <a:t>cấu</a:t>
            </a:r>
            <a:r>
              <a:rPr lang="en-US" sz="3000" dirty="0">
                <a:solidFill>
                  <a:srgbClr val="0070C0"/>
                </a:solidFill>
              </a:rPr>
              <a:t> </a:t>
            </a:r>
            <a:r>
              <a:rPr lang="en-US" sz="3000" dirty="0" err="1">
                <a:solidFill>
                  <a:srgbClr val="0070C0"/>
                </a:solidFill>
              </a:rPr>
              <a:t>hình</a:t>
            </a:r>
            <a:r>
              <a:rPr lang="en-US" sz="3000" dirty="0">
                <a:solidFill>
                  <a:srgbClr val="0070C0"/>
                </a:solidFill>
              </a:rPr>
              <a:t> OpenVPN</a:t>
            </a:r>
          </a:p>
        </p:txBody>
      </p:sp>
      <p:pic>
        <p:nvPicPr>
          <p:cNvPr id="4" name="Picture 3">
            <a:extLst>
              <a:ext uri="{FF2B5EF4-FFF2-40B4-BE49-F238E27FC236}">
                <a16:creationId xmlns:a16="http://schemas.microsoft.com/office/drawing/2014/main" id="{42A2F99F-3AB7-AFBB-0D61-75F5E8B3DCD5}"/>
              </a:ext>
            </a:extLst>
          </p:cNvPr>
          <p:cNvPicPr>
            <a:picLocks noChangeAspect="1"/>
          </p:cNvPicPr>
          <p:nvPr/>
        </p:nvPicPr>
        <p:blipFill>
          <a:blip r:embed="rId3"/>
          <a:stretch>
            <a:fillRect/>
          </a:stretch>
        </p:blipFill>
        <p:spPr>
          <a:xfrm>
            <a:off x="1258170" y="769134"/>
            <a:ext cx="9675660" cy="1755470"/>
          </a:xfrm>
          <a:prstGeom prst="rect">
            <a:avLst/>
          </a:prstGeom>
          <a:ln>
            <a:solidFill>
              <a:schemeClr val="accent1"/>
            </a:solidFill>
          </a:ln>
        </p:spPr>
      </p:pic>
      <p:pic>
        <p:nvPicPr>
          <p:cNvPr id="7" name="Picture 6">
            <a:extLst>
              <a:ext uri="{FF2B5EF4-FFF2-40B4-BE49-F238E27FC236}">
                <a16:creationId xmlns:a16="http://schemas.microsoft.com/office/drawing/2014/main" id="{E0A4958E-9FB8-6830-CC23-1F49A07CB7D1}"/>
              </a:ext>
            </a:extLst>
          </p:cNvPr>
          <p:cNvPicPr>
            <a:picLocks noChangeAspect="1"/>
          </p:cNvPicPr>
          <p:nvPr/>
        </p:nvPicPr>
        <p:blipFill>
          <a:blip r:embed="rId4"/>
          <a:stretch>
            <a:fillRect/>
          </a:stretch>
        </p:blipFill>
        <p:spPr>
          <a:xfrm>
            <a:off x="1416913" y="2775132"/>
            <a:ext cx="9358171" cy="1463167"/>
          </a:xfrm>
          <a:prstGeom prst="rect">
            <a:avLst/>
          </a:prstGeom>
          <a:ln>
            <a:solidFill>
              <a:schemeClr val="accent1"/>
            </a:solidFill>
          </a:ln>
        </p:spPr>
      </p:pic>
      <p:pic>
        <p:nvPicPr>
          <p:cNvPr id="10" name="Picture 9">
            <a:extLst>
              <a:ext uri="{FF2B5EF4-FFF2-40B4-BE49-F238E27FC236}">
                <a16:creationId xmlns:a16="http://schemas.microsoft.com/office/drawing/2014/main" id="{01E49BFA-2B8B-F6C4-72B4-F5FF4B6676D0}"/>
              </a:ext>
            </a:extLst>
          </p:cNvPr>
          <p:cNvPicPr>
            <a:picLocks noChangeAspect="1"/>
          </p:cNvPicPr>
          <p:nvPr/>
        </p:nvPicPr>
        <p:blipFill>
          <a:blip r:embed="rId5"/>
          <a:stretch>
            <a:fillRect/>
          </a:stretch>
        </p:blipFill>
        <p:spPr>
          <a:xfrm>
            <a:off x="1695262" y="4488827"/>
            <a:ext cx="8961897" cy="1554615"/>
          </a:xfrm>
          <a:prstGeom prst="rect">
            <a:avLst/>
          </a:prstGeom>
          <a:ln>
            <a:solidFill>
              <a:schemeClr val="accent1"/>
            </a:solidFill>
          </a:ln>
        </p:spPr>
      </p:pic>
    </p:spTree>
    <p:extLst>
      <p:ext uri="{BB962C8B-B14F-4D97-AF65-F5344CB8AC3E}">
        <p14:creationId xmlns:p14="http://schemas.microsoft.com/office/powerpoint/2010/main" val="1175504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6B5E2-572A-E700-68CA-9D1B2E43A9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B1327B-BBBE-2D8E-F240-1E71B110EE96}"/>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Tạo</a:t>
            </a:r>
            <a:r>
              <a:rPr lang="en-US" sz="3000" dirty="0">
                <a:solidFill>
                  <a:srgbClr val="0070C0"/>
                </a:solidFill>
              </a:rPr>
              <a:t> Account </a:t>
            </a:r>
            <a:r>
              <a:rPr lang="en-US" sz="3000" dirty="0" err="1">
                <a:solidFill>
                  <a:srgbClr val="0070C0"/>
                </a:solidFill>
              </a:rPr>
              <a:t>cho</a:t>
            </a:r>
            <a:r>
              <a:rPr lang="en-US" sz="3000" dirty="0">
                <a:solidFill>
                  <a:srgbClr val="0070C0"/>
                </a:solidFill>
              </a:rPr>
              <a:t> VPN User</a:t>
            </a:r>
          </a:p>
        </p:txBody>
      </p:sp>
      <p:pic>
        <p:nvPicPr>
          <p:cNvPr id="4" name="Picture 3">
            <a:extLst>
              <a:ext uri="{FF2B5EF4-FFF2-40B4-BE49-F238E27FC236}">
                <a16:creationId xmlns:a16="http://schemas.microsoft.com/office/drawing/2014/main" id="{4B1E1F06-FB4C-4EAF-8D72-61D86C7D0660}"/>
              </a:ext>
            </a:extLst>
          </p:cNvPr>
          <p:cNvPicPr>
            <a:picLocks noChangeAspect="1"/>
          </p:cNvPicPr>
          <p:nvPr/>
        </p:nvPicPr>
        <p:blipFill>
          <a:blip r:embed="rId3"/>
          <a:stretch>
            <a:fillRect/>
          </a:stretch>
        </p:blipFill>
        <p:spPr>
          <a:xfrm>
            <a:off x="610911" y="1130969"/>
            <a:ext cx="5288715" cy="4174988"/>
          </a:xfrm>
          <a:prstGeom prst="rect">
            <a:avLst/>
          </a:prstGeom>
          <a:ln>
            <a:solidFill>
              <a:schemeClr val="accent1"/>
            </a:solidFill>
          </a:ln>
        </p:spPr>
      </p:pic>
      <p:pic>
        <p:nvPicPr>
          <p:cNvPr id="6" name="Picture 5">
            <a:extLst>
              <a:ext uri="{FF2B5EF4-FFF2-40B4-BE49-F238E27FC236}">
                <a16:creationId xmlns:a16="http://schemas.microsoft.com/office/drawing/2014/main" id="{1E231AE0-D760-B43D-00EF-B349B0AECA01}"/>
              </a:ext>
            </a:extLst>
          </p:cNvPr>
          <p:cNvPicPr>
            <a:picLocks noChangeAspect="1"/>
          </p:cNvPicPr>
          <p:nvPr/>
        </p:nvPicPr>
        <p:blipFill>
          <a:blip r:embed="rId4"/>
          <a:stretch>
            <a:fillRect/>
          </a:stretch>
        </p:blipFill>
        <p:spPr>
          <a:xfrm>
            <a:off x="6096000" y="1216012"/>
            <a:ext cx="3985605" cy="4153260"/>
          </a:xfrm>
          <a:prstGeom prst="rect">
            <a:avLst/>
          </a:prstGeom>
          <a:ln>
            <a:solidFill>
              <a:schemeClr val="accent1"/>
            </a:solidFill>
          </a:ln>
        </p:spPr>
      </p:pic>
    </p:spTree>
    <p:extLst>
      <p:ext uri="{BB962C8B-B14F-4D97-AF65-F5344CB8AC3E}">
        <p14:creationId xmlns:p14="http://schemas.microsoft.com/office/powerpoint/2010/main" val="1164001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E1310-889E-DB59-BE58-43D4BAA54E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F1C303-4F6E-627D-F410-2E903BE9235A}"/>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Xuất</a:t>
            </a:r>
            <a:r>
              <a:rPr lang="en-US" sz="3000" dirty="0">
                <a:solidFill>
                  <a:srgbClr val="0070C0"/>
                </a:solidFill>
              </a:rPr>
              <a:t> </a:t>
            </a:r>
            <a:r>
              <a:rPr lang="en-US" sz="3000" dirty="0" err="1">
                <a:solidFill>
                  <a:srgbClr val="0070C0"/>
                </a:solidFill>
              </a:rPr>
              <a:t>bộ</a:t>
            </a:r>
            <a:r>
              <a:rPr lang="en-US" sz="3000" dirty="0">
                <a:solidFill>
                  <a:srgbClr val="0070C0"/>
                </a:solidFill>
              </a:rPr>
              <a:t> </a:t>
            </a:r>
            <a:r>
              <a:rPr lang="en-US" sz="3000" dirty="0" err="1">
                <a:solidFill>
                  <a:srgbClr val="0070C0"/>
                </a:solidFill>
              </a:rPr>
              <a:t>cài</a:t>
            </a:r>
            <a:r>
              <a:rPr lang="en-US" sz="3000" dirty="0">
                <a:solidFill>
                  <a:srgbClr val="0070C0"/>
                </a:solidFill>
              </a:rPr>
              <a:t> </a:t>
            </a:r>
            <a:r>
              <a:rPr lang="en-US" sz="3000" dirty="0" err="1">
                <a:solidFill>
                  <a:srgbClr val="0070C0"/>
                </a:solidFill>
              </a:rPr>
              <a:t>đặt</a:t>
            </a:r>
            <a:r>
              <a:rPr lang="en-US" sz="3000" dirty="0">
                <a:solidFill>
                  <a:srgbClr val="0070C0"/>
                </a:solidFill>
              </a:rPr>
              <a:t> </a:t>
            </a:r>
            <a:r>
              <a:rPr lang="en-US" sz="3000" dirty="0" err="1">
                <a:solidFill>
                  <a:srgbClr val="0070C0"/>
                </a:solidFill>
              </a:rPr>
              <a:t>cho</a:t>
            </a:r>
            <a:r>
              <a:rPr lang="en-US" sz="3000" dirty="0">
                <a:solidFill>
                  <a:srgbClr val="0070C0"/>
                </a:solidFill>
              </a:rPr>
              <a:t> VPN User</a:t>
            </a:r>
          </a:p>
        </p:txBody>
      </p:sp>
      <p:pic>
        <p:nvPicPr>
          <p:cNvPr id="5" name="Picture 4">
            <a:extLst>
              <a:ext uri="{FF2B5EF4-FFF2-40B4-BE49-F238E27FC236}">
                <a16:creationId xmlns:a16="http://schemas.microsoft.com/office/drawing/2014/main" id="{4753EB79-A199-62A2-29B2-13EE6FCCFD7C}"/>
              </a:ext>
            </a:extLst>
          </p:cNvPr>
          <p:cNvPicPr>
            <a:picLocks noChangeAspect="1"/>
          </p:cNvPicPr>
          <p:nvPr/>
        </p:nvPicPr>
        <p:blipFill>
          <a:blip r:embed="rId3"/>
          <a:stretch>
            <a:fillRect/>
          </a:stretch>
        </p:blipFill>
        <p:spPr>
          <a:xfrm>
            <a:off x="283250" y="1163053"/>
            <a:ext cx="4621950" cy="3272589"/>
          </a:xfrm>
          <a:prstGeom prst="rect">
            <a:avLst/>
          </a:prstGeom>
          <a:ln>
            <a:solidFill>
              <a:schemeClr val="accent1"/>
            </a:solidFill>
          </a:ln>
        </p:spPr>
      </p:pic>
      <p:pic>
        <p:nvPicPr>
          <p:cNvPr id="8" name="Picture 7">
            <a:extLst>
              <a:ext uri="{FF2B5EF4-FFF2-40B4-BE49-F238E27FC236}">
                <a16:creationId xmlns:a16="http://schemas.microsoft.com/office/drawing/2014/main" id="{54D3BEC8-2052-B4B8-C64E-D880118ACAFC}"/>
              </a:ext>
            </a:extLst>
          </p:cNvPr>
          <p:cNvPicPr>
            <a:picLocks noChangeAspect="1"/>
          </p:cNvPicPr>
          <p:nvPr/>
        </p:nvPicPr>
        <p:blipFill>
          <a:blip r:embed="rId4"/>
          <a:stretch>
            <a:fillRect/>
          </a:stretch>
        </p:blipFill>
        <p:spPr>
          <a:xfrm>
            <a:off x="5083396" y="1114926"/>
            <a:ext cx="7004329" cy="3368842"/>
          </a:xfrm>
          <a:prstGeom prst="rect">
            <a:avLst/>
          </a:prstGeom>
          <a:ln>
            <a:solidFill>
              <a:schemeClr val="accent1"/>
            </a:solidFill>
          </a:ln>
        </p:spPr>
      </p:pic>
    </p:spTree>
    <p:extLst>
      <p:ext uri="{BB962C8B-B14F-4D97-AF65-F5344CB8AC3E}">
        <p14:creationId xmlns:p14="http://schemas.microsoft.com/office/powerpoint/2010/main" val="2376251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99AC5-E48B-D87A-DC81-1AE9C1FB4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8AE6B3-C57F-528C-0438-B8F980DEDE53}"/>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Cài</a:t>
            </a:r>
            <a:r>
              <a:rPr lang="en-US" sz="3000" dirty="0">
                <a:solidFill>
                  <a:srgbClr val="0070C0"/>
                </a:solidFill>
              </a:rPr>
              <a:t> </a:t>
            </a:r>
            <a:r>
              <a:rPr lang="en-US" sz="3000" dirty="0" err="1">
                <a:solidFill>
                  <a:srgbClr val="0070C0"/>
                </a:solidFill>
              </a:rPr>
              <a:t>đặt</a:t>
            </a:r>
            <a:r>
              <a:rPr lang="en-US" sz="3000" dirty="0">
                <a:solidFill>
                  <a:srgbClr val="0070C0"/>
                </a:solidFill>
              </a:rPr>
              <a:t> OpenVPN </a:t>
            </a:r>
            <a:r>
              <a:rPr lang="en-US" sz="3000" dirty="0" err="1">
                <a:solidFill>
                  <a:srgbClr val="0070C0"/>
                </a:solidFill>
              </a:rPr>
              <a:t>cho</a:t>
            </a:r>
            <a:r>
              <a:rPr lang="en-US" sz="3000" dirty="0">
                <a:solidFill>
                  <a:srgbClr val="0070C0"/>
                </a:solidFill>
              </a:rPr>
              <a:t> Client</a:t>
            </a:r>
          </a:p>
        </p:txBody>
      </p:sp>
      <p:pic>
        <p:nvPicPr>
          <p:cNvPr id="7" name="Picture 6">
            <a:extLst>
              <a:ext uri="{FF2B5EF4-FFF2-40B4-BE49-F238E27FC236}">
                <a16:creationId xmlns:a16="http://schemas.microsoft.com/office/drawing/2014/main" id="{076D1BE8-3E06-85B9-63A2-E27B1327F4F8}"/>
              </a:ext>
            </a:extLst>
          </p:cNvPr>
          <p:cNvPicPr>
            <a:picLocks noChangeAspect="1"/>
          </p:cNvPicPr>
          <p:nvPr/>
        </p:nvPicPr>
        <p:blipFill>
          <a:blip r:embed="rId3"/>
          <a:stretch>
            <a:fillRect/>
          </a:stretch>
        </p:blipFill>
        <p:spPr>
          <a:xfrm>
            <a:off x="3737027" y="1399771"/>
            <a:ext cx="3965701" cy="2381895"/>
          </a:xfrm>
          <a:prstGeom prst="rect">
            <a:avLst/>
          </a:prstGeom>
        </p:spPr>
      </p:pic>
      <p:pic>
        <p:nvPicPr>
          <p:cNvPr id="10" name="Picture 9">
            <a:extLst>
              <a:ext uri="{FF2B5EF4-FFF2-40B4-BE49-F238E27FC236}">
                <a16:creationId xmlns:a16="http://schemas.microsoft.com/office/drawing/2014/main" id="{2E3770E3-E9E1-4C09-EEB2-A3FDC6547063}"/>
              </a:ext>
            </a:extLst>
          </p:cNvPr>
          <p:cNvPicPr>
            <a:picLocks noChangeAspect="1"/>
          </p:cNvPicPr>
          <p:nvPr/>
        </p:nvPicPr>
        <p:blipFill>
          <a:blip r:embed="rId4"/>
          <a:stretch>
            <a:fillRect/>
          </a:stretch>
        </p:blipFill>
        <p:spPr>
          <a:xfrm>
            <a:off x="8022787" y="1286081"/>
            <a:ext cx="3505705" cy="2713909"/>
          </a:xfrm>
          <a:prstGeom prst="rect">
            <a:avLst/>
          </a:prstGeom>
        </p:spPr>
      </p:pic>
      <p:pic>
        <p:nvPicPr>
          <p:cNvPr id="12" name="Picture 11">
            <a:extLst>
              <a:ext uri="{FF2B5EF4-FFF2-40B4-BE49-F238E27FC236}">
                <a16:creationId xmlns:a16="http://schemas.microsoft.com/office/drawing/2014/main" id="{85123101-6C45-D4F9-9699-21707A28913D}"/>
              </a:ext>
            </a:extLst>
          </p:cNvPr>
          <p:cNvPicPr>
            <a:picLocks noChangeAspect="1"/>
          </p:cNvPicPr>
          <p:nvPr/>
        </p:nvPicPr>
        <p:blipFill>
          <a:blip r:embed="rId5"/>
          <a:stretch>
            <a:fillRect/>
          </a:stretch>
        </p:blipFill>
        <p:spPr>
          <a:xfrm>
            <a:off x="298281" y="1181448"/>
            <a:ext cx="3118687" cy="2818542"/>
          </a:xfrm>
          <a:prstGeom prst="rect">
            <a:avLst/>
          </a:prstGeom>
        </p:spPr>
      </p:pic>
    </p:spTree>
    <p:extLst>
      <p:ext uri="{BB962C8B-B14F-4D97-AF65-F5344CB8AC3E}">
        <p14:creationId xmlns:p14="http://schemas.microsoft.com/office/powerpoint/2010/main" val="3152992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AC28D-CE6F-69E4-22AE-3A3DD95726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4CB95F-010D-E960-EFBA-A7D4A58BDC80}"/>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Kết</a:t>
            </a:r>
            <a:r>
              <a:rPr lang="en-US" sz="3000" dirty="0">
                <a:solidFill>
                  <a:srgbClr val="0070C0"/>
                </a:solidFill>
              </a:rPr>
              <a:t> </a:t>
            </a:r>
            <a:r>
              <a:rPr lang="en-US" sz="3000" dirty="0" err="1">
                <a:solidFill>
                  <a:srgbClr val="0070C0"/>
                </a:solidFill>
              </a:rPr>
              <a:t>nối</a:t>
            </a:r>
            <a:r>
              <a:rPr lang="en-US" sz="3000" dirty="0">
                <a:solidFill>
                  <a:srgbClr val="0070C0"/>
                </a:solidFill>
              </a:rPr>
              <a:t> Remote VPN</a:t>
            </a:r>
          </a:p>
        </p:txBody>
      </p:sp>
      <p:pic>
        <p:nvPicPr>
          <p:cNvPr id="6" name="Picture 5">
            <a:extLst>
              <a:ext uri="{FF2B5EF4-FFF2-40B4-BE49-F238E27FC236}">
                <a16:creationId xmlns:a16="http://schemas.microsoft.com/office/drawing/2014/main" id="{425E260B-D32B-27FB-52D5-AAAAC9923099}"/>
              </a:ext>
            </a:extLst>
          </p:cNvPr>
          <p:cNvPicPr>
            <a:picLocks noChangeAspect="1"/>
          </p:cNvPicPr>
          <p:nvPr/>
        </p:nvPicPr>
        <p:blipFill>
          <a:blip r:embed="rId3"/>
          <a:stretch>
            <a:fillRect/>
          </a:stretch>
        </p:blipFill>
        <p:spPr>
          <a:xfrm>
            <a:off x="496004" y="943930"/>
            <a:ext cx="4725701" cy="2793027"/>
          </a:xfrm>
          <a:prstGeom prst="rect">
            <a:avLst/>
          </a:prstGeom>
        </p:spPr>
      </p:pic>
      <p:pic>
        <p:nvPicPr>
          <p:cNvPr id="9" name="Picture 8">
            <a:extLst>
              <a:ext uri="{FF2B5EF4-FFF2-40B4-BE49-F238E27FC236}">
                <a16:creationId xmlns:a16="http://schemas.microsoft.com/office/drawing/2014/main" id="{6B6EDF58-2841-7812-3087-7A48B78E0472}"/>
              </a:ext>
            </a:extLst>
          </p:cNvPr>
          <p:cNvPicPr>
            <a:picLocks noChangeAspect="1"/>
          </p:cNvPicPr>
          <p:nvPr/>
        </p:nvPicPr>
        <p:blipFill>
          <a:blip r:embed="rId4"/>
          <a:stretch>
            <a:fillRect/>
          </a:stretch>
        </p:blipFill>
        <p:spPr>
          <a:xfrm>
            <a:off x="1048947" y="4184915"/>
            <a:ext cx="3619814" cy="1600339"/>
          </a:xfrm>
          <a:prstGeom prst="rect">
            <a:avLst/>
          </a:prstGeom>
        </p:spPr>
      </p:pic>
      <p:pic>
        <p:nvPicPr>
          <p:cNvPr id="13" name="Picture 12">
            <a:extLst>
              <a:ext uri="{FF2B5EF4-FFF2-40B4-BE49-F238E27FC236}">
                <a16:creationId xmlns:a16="http://schemas.microsoft.com/office/drawing/2014/main" id="{E70CD073-15AA-7A32-4398-73B01A82B03E}"/>
              </a:ext>
            </a:extLst>
          </p:cNvPr>
          <p:cNvPicPr>
            <a:picLocks noChangeAspect="1"/>
          </p:cNvPicPr>
          <p:nvPr/>
        </p:nvPicPr>
        <p:blipFill>
          <a:blip r:embed="rId5"/>
          <a:stretch>
            <a:fillRect/>
          </a:stretch>
        </p:blipFill>
        <p:spPr>
          <a:xfrm>
            <a:off x="5828251" y="1357214"/>
            <a:ext cx="5685013" cy="3421677"/>
          </a:xfrm>
          <a:prstGeom prst="rect">
            <a:avLst/>
          </a:prstGeom>
        </p:spPr>
      </p:pic>
    </p:spTree>
    <p:extLst>
      <p:ext uri="{BB962C8B-B14F-4D97-AF65-F5344CB8AC3E}">
        <p14:creationId xmlns:p14="http://schemas.microsoft.com/office/powerpoint/2010/main" val="1943475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EA747-C911-C802-ACA7-5EADA8B8CB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4DEFE2-4054-DE51-E9FB-9DE96324F685}"/>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Kiểm</a:t>
            </a:r>
            <a:r>
              <a:rPr lang="en-US" sz="3000" dirty="0">
                <a:solidFill>
                  <a:srgbClr val="0070C0"/>
                </a:solidFill>
              </a:rPr>
              <a:t> </a:t>
            </a:r>
            <a:r>
              <a:rPr lang="en-US" sz="3000" dirty="0" err="1">
                <a:solidFill>
                  <a:srgbClr val="0070C0"/>
                </a:solidFill>
              </a:rPr>
              <a:t>tra</a:t>
            </a:r>
            <a:r>
              <a:rPr lang="en-US" sz="3000" dirty="0">
                <a:solidFill>
                  <a:srgbClr val="0070C0"/>
                </a:solidFill>
              </a:rPr>
              <a:t> </a:t>
            </a:r>
            <a:r>
              <a:rPr lang="en-US" sz="3000" dirty="0" err="1">
                <a:solidFill>
                  <a:srgbClr val="0070C0"/>
                </a:solidFill>
              </a:rPr>
              <a:t>thông</a:t>
            </a:r>
            <a:r>
              <a:rPr lang="en-US" sz="3000" dirty="0">
                <a:solidFill>
                  <a:srgbClr val="0070C0"/>
                </a:solidFill>
              </a:rPr>
              <a:t> tin VPN Client</a:t>
            </a:r>
          </a:p>
        </p:txBody>
      </p:sp>
      <p:pic>
        <p:nvPicPr>
          <p:cNvPr id="4" name="Picture 3">
            <a:extLst>
              <a:ext uri="{FF2B5EF4-FFF2-40B4-BE49-F238E27FC236}">
                <a16:creationId xmlns:a16="http://schemas.microsoft.com/office/drawing/2014/main" id="{62C66808-9A6B-16F6-E1F2-20F318A32A9F}"/>
              </a:ext>
            </a:extLst>
          </p:cNvPr>
          <p:cNvPicPr>
            <a:picLocks noChangeAspect="1"/>
          </p:cNvPicPr>
          <p:nvPr/>
        </p:nvPicPr>
        <p:blipFill>
          <a:blip r:embed="rId3"/>
          <a:stretch>
            <a:fillRect/>
          </a:stretch>
        </p:blipFill>
        <p:spPr>
          <a:xfrm>
            <a:off x="604896" y="923076"/>
            <a:ext cx="1734039" cy="4676273"/>
          </a:xfrm>
          <a:prstGeom prst="rect">
            <a:avLst/>
          </a:prstGeom>
          <a:ln>
            <a:solidFill>
              <a:schemeClr val="accent1"/>
            </a:solidFill>
          </a:ln>
        </p:spPr>
      </p:pic>
      <p:pic>
        <p:nvPicPr>
          <p:cNvPr id="10" name="Picture 9">
            <a:extLst>
              <a:ext uri="{FF2B5EF4-FFF2-40B4-BE49-F238E27FC236}">
                <a16:creationId xmlns:a16="http://schemas.microsoft.com/office/drawing/2014/main" id="{8F33E423-9607-C96E-B6C9-983BA2D33C3F}"/>
              </a:ext>
            </a:extLst>
          </p:cNvPr>
          <p:cNvPicPr>
            <a:picLocks noChangeAspect="1"/>
          </p:cNvPicPr>
          <p:nvPr/>
        </p:nvPicPr>
        <p:blipFill>
          <a:blip r:embed="rId4"/>
          <a:stretch>
            <a:fillRect/>
          </a:stretch>
        </p:blipFill>
        <p:spPr>
          <a:xfrm>
            <a:off x="2638925" y="821485"/>
            <a:ext cx="9146973" cy="1433136"/>
          </a:xfrm>
          <a:prstGeom prst="rect">
            <a:avLst/>
          </a:prstGeom>
          <a:ln>
            <a:solidFill>
              <a:schemeClr val="accent1"/>
            </a:solidFill>
          </a:ln>
        </p:spPr>
      </p:pic>
      <p:pic>
        <p:nvPicPr>
          <p:cNvPr id="12" name="Picture 11">
            <a:extLst>
              <a:ext uri="{FF2B5EF4-FFF2-40B4-BE49-F238E27FC236}">
                <a16:creationId xmlns:a16="http://schemas.microsoft.com/office/drawing/2014/main" id="{CBB06935-8316-5111-2B44-9447D8C34E66}"/>
              </a:ext>
            </a:extLst>
          </p:cNvPr>
          <p:cNvPicPr>
            <a:picLocks noChangeAspect="1"/>
          </p:cNvPicPr>
          <p:nvPr/>
        </p:nvPicPr>
        <p:blipFill>
          <a:blip r:embed="rId5"/>
          <a:stretch>
            <a:fillRect/>
          </a:stretch>
        </p:blipFill>
        <p:spPr>
          <a:xfrm>
            <a:off x="2684422" y="2557924"/>
            <a:ext cx="8966850" cy="3041425"/>
          </a:xfrm>
          <a:prstGeom prst="rect">
            <a:avLst/>
          </a:prstGeom>
          <a:ln>
            <a:solidFill>
              <a:schemeClr val="accent1"/>
            </a:solidFill>
          </a:ln>
        </p:spPr>
      </p:pic>
    </p:spTree>
    <p:extLst>
      <p:ext uri="{BB962C8B-B14F-4D97-AF65-F5344CB8AC3E}">
        <p14:creationId xmlns:p14="http://schemas.microsoft.com/office/powerpoint/2010/main" val="2193856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1DC91-1AC1-B336-D621-3875263AA4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AEB7C2-EF7D-1ACE-B5FB-19F89C073042}"/>
              </a:ext>
            </a:extLst>
          </p:cNvPr>
          <p:cNvSpPr>
            <a:spLocks noGrp="1"/>
          </p:cNvSpPr>
          <p:nvPr>
            <p:ph type="title"/>
          </p:nvPr>
        </p:nvSpPr>
        <p:spPr>
          <a:xfrm>
            <a:off x="0" y="0"/>
            <a:ext cx="12192000" cy="618067"/>
          </a:xfrm>
        </p:spPr>
        <p:txBody>
          <a:bodyPr>
            <a:normAutofit/>
          </a:bodyPr>
          <a:lstStyle/>
          <a:p>
            <a:pPr algn="ctr"/>
            <a:r>
              <a:rPr lang="en-US" sz="3000" dirty="0" err="1">
                <a:solidFill>
                  <a:srgbClr val="0070C0"/>
                </a:solidFill>
              </a:rPr>
              <a:t>Kiểm</a:t>
            </a:r>
            <a:r>
              <a:rPr lang="en-US" sz="3000" dirty="0">
                <a:solidFill>
                  <a:srgbClr val="0070C0"/>
                </a:solidFill>
              </a:rPr>
              <a:t> </a:t>
            </a:r>
            <a:r>
              <a:rPr lang="en-US" sz="3000" dirty="0" err="1">
                <a:solidFill>
                  <a:srgbClr val="0070C0"/>
                </a:solidFill>
              </a:rPr>
              <a:t>tra</a:t>
            </a:r>
            <a:r>
              <a:rPr lang="en-US" sz="3000" dirty="0">
                <a:solidFill>
                  <a:srgbClr val="0070C0"/>
                </a:solidFill>
              </a:rPr>
              <a:t> </a:t>
            </a:r>
            <a:r>
              <a:rPr lang="en-US" sz="3000" dirty="0" err="1">
                <a:solidFill>
                  <a:srgbClr val="0070C0"/>
                </a:solidFill>
              </a:rPr>
              <a:t>kết</a:t>
            </a:r>
            <a:r>
              <a:rPr lang="en-US" sz="3000" dirty="0">
                <a:solidFill>
                  <a:srgbClr val="0070C0"/>
                </a:solidFill>
              </a:rPr>
              <a:t> </a:t>
            </a:r>
            <a:r>
              <a:rPr lang="en-US" sz="3000" dirty="0" err="1">
                <a:solidFill>
                  <a:srgbClr val="0070C0"/>
                </a:solidFill>
              </a:rPr>
              <a:t>nối</a:t>
            </a:r>
            <a:r>
              <a:rPr lang="en-US" sz="3000" dirty="0">
                <a:solidFill>
                  <a:srgbClr val="0070C0"/>
                </a:solidFill>
              </a:rPr>
              <a:t> </a:t>
            </a:r>
            <a:r>
              <a:rPr lang="en-US" sz="3000" dirty="0" err="1">
                <a:solidFill>
                  <a:srgbClr val="0070C0"/>
                </a:solidFill>
              </a:rPr>
              <a:t>từ</a:t>
            </a:r>
            <a:r>
              <a:rPr lang="en-US" sz="3000" dirty="0">
                <a:solidFill>
                  <a:srgbClr val="0070C0"/>
                </a:solidFill>
              </a:rPr>
              <a:t> VPN Client</a:t>
            </a:r>
          </a:p>
        </p:txBody>
      </p:sp>
      <p:pic>
        <p:nvPicPr>
          <p:cNvPr id="5" name="Picture 4">
            <a:extLst>
              <a:ext uri="{FF2B5EF4-FFF2-40B4-BE49-F238E27FC236}">
                <a16:creationId xmlns:a16="http://schemas.microsoft.com/office/drawing/2014/main" id="{CE069590-1CBA-70F1-5AA1-CB49F738C041}"/>
              </a:ext>
            </a:extLst>
          </p:cNvPr>
          <p:cNvPicPr>
            <a:picLocks noChangeAspect="1"/>
          </p:cNvPicPr>
          <p:nvPr/>
        </p:nvPicPr>
        <p:blipFill>
          <a:blip r:embed="rId3"/>
          <a:stretch>
            <a:fillRect/>
          </a:stretch>
        </p:blipFill>
        <p:spPr>
          <a:xfrm>
            <a:off x="417270" y="897753"/>
            <a:ext cx="5197290" cy="4709568"/>
          </a:xfrm>
          <a:prstGeom prst="rect">
            <a:avLst/>
          </a:prstGeom>
        </p:spPr>
      </p:pic>
      <p:pic>
        <p:nvPicPr>
          <p:cNvPr id="7" name="Picture 6">
            <a:extLst>
              <a:ext uri="{FF2B5EF4-FFF2-40B4-BE49-F238E27FC236}">
                <a16:creationId xmlns:a16="http://schemas.microsoft.com/office/drawing/2014/main" id="{0D150C49-21E3-FBE1-6064-14F248A82091}"/>
              </a:ext>
            </a:extLst>
          </p:cNvPr>
          <p:cNvPicPr>
            <a:picLocks noChangeAspect="1"/>
          </p:cNvPicPr>
          <p:nvPr/>
        </p:nvPicPr>
        <p:blipFill>
          <a:blip r:embed="rId4"/>
          <a:stretch>
            <a:fillRect/>
          </a:stretch>
        </p:blipFill>
        <p:spPr>
          <a:xfrm>
            <a:off x="6096000" y="1880093"/>
            <a:ext cx="4384335" cy="2089006"/>
          </a:xfrm>
          <a:prstGeom prst="rect">
            <a:avLst/>
          </a:prstGeom>
        </p:spPr>
      </p:pic>
    </p:spTree>
    <p:extLst>
      <p:ext uri="{BB962C8B-B14F-4D97-AF65-F5344CB8AC3E}">
        <p14:creationId xmlns:p14="http://schemas.microsoft.com/office/powerpoint/2010/main" val="3713079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a:t>Thảo luận</a:t>
            </a:r>
            <a:endParaRPr lang="en-US" dirty="0"/>
          </a:p>
        </p:txBody>
      </p:sp>
      <p:pic>
        <p:nvPicPr>
          <p:cNvPr id="7" name="Picture 6">
            <a:extLst>
              <a:ext uri="{FF2B5EF4-FFF2-40B4-BE49-F238E27FC236}">
                <a16:creationId xmlns:a16="http://schemas.microsoft.com/office/drawing/2014/main" id="{5F99D0AD-C467-4F82-8A30-2AF42E8B3FFB}"/>
              </a:ext>
            </a:extLst>
          </p:cNvPr>
          <p:cNvPicPr>
            <a:picLocks noChangeAspect="1"/>
          </p:cNvPicPr>
          <p:nvPr/>
        </p:nvPicPr>
        <p:blipFill>
          <a:blip r:embed="rId2"/>
          <a:stretch>
            <a:fillRect/>
          </a:stretch>
        </p:blipFill>
        <p:spPr>
          <a:xfrm>
            <a:off x="757382" y="1312284"/>
            <a:ext cx="5939618" cy="3961679"/>
          </a:xfrm>
          <a:prstGeom prst="rect">
            <a:avLst/>
          </a:prstGeom>
        </p:spPr>
      </p:pic>
    </p:spTree>
    <p:extLst>
      <p:ext uri="{BB962C8B-B14F-4D97-AF65-F5344CB8AC3E}">
        <p14:creationId xmlns:p14="http://schemas.microsoft.com/office/powerpoint/2010/main" val="2794409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iamond Grid 16x9">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siness diamond grid presentation (widescreen).potx" id="{B2221865-AD13-4DF0-B68E-BF08E8CC5659}" vid="{BAA0C488-98B6-4F47-8E1C-5C7CD9605F73}"/>
    </a:ext>
  </a:extLst>
</a:theme>
</file>

<file path=ppt/theme/theme2.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diamond grid presentation (widescreen)</Template>
  <TotalTime>1599</TotalTime>
  <Words>365</Words>
  <Application>Microsoft Office PowerPoint</Application>
  <PresentationFormat>Widescreen</PresentationFormat>
  <Paragraphs>62</Paragraphs>
  <Slides>23</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Tahoma</vt:lpstr>
      <vt:lpstr>Diamond Grid 16x9</vt:lpstr>
      <vt:lpstr>HƯỚNG DẪN NÂNG CAO VỀ PFSENSE</vt:lpstr>
      <vt:lpstr>PowerPoint Presentation</vt:lpstr>
      <vt:lpstr>Khai báo Load-Balance</vt:lpstr>
      <vt:lpstr>Khai báo Hot Backup</vt:lpstr>
      <vt:lpstr>Gán Gateway Group cho Rule</vt:lpstr>
      <vt:lpstr>PowerPoint Presentation</vt:lpstr>
      <vt:lpstr>Tổng quan về OpenVPN</vt:lpstr>
      <vt:lpstr>Sơ đồ LAB</vt:lpstr>
      <vt:lpstr>Trình tự thực hiện</vt:lpstr>
      <vt:lpstr>Tạo CA</vt:lpstr>
      <vt:lpstr>Tạo Server Certificate</vt:lpstr>
      <vt:lpstr>Tạo User Certificate</vt:lpstr>
      <vt:lpstr>Cài đặt OpenVPN Client Export</vt:lpstr>
      <vt:lpstr>Cấu hình OpenVPN</vt:lpstr>
      <vt:lpstr>Cấu hình OpenVPN (tt)</vt:lpstr>
      <vt:lpstr>Kết quả sau cấu hình OpenVPN</vt:lpstr>
      <vt:lpstr>Tạo Account cho VPN User</vt:lpstr>
      <vt:lpstr>Xuất bộ cài đặt cho VPN User</vt:lpstr>
      <vt:lpstr>Cài đặt OpenVPN cho Client</vt:lpstr>
      <vt:lpstr>Kết nối Remote VPN</vt:lpstr>
      <vt:lpstr>Kiểm tra thông tin VPN Client</vt:lpstr>
      <vt:lpstr>Kiểm tra kết nối từ VPN Client</vt:lpstr>
      <vt:lpstr>Thảo luận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Nguyen Van Binh</dc:creator>
  <cp:lastModifiedBy>Nguyen Van Binh</cp:lastModifiedBy>
  <cp:revision>50</cp:revision>
  <dcterms:created xsi:type="dcterms:W3CDTF">2023-12-29T03:23:11Z</dcterms:created>
  <dcterms:modified xsi:type="dcterms:W3CDTF">2025-03-01T01:28:25Z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